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3b99cde3184bed" /><Relationship Type="http://schemas.openxmlformats.org/officeDocument/2006/relationships/extended-properties" Target="/docProps/app.xml" Id="R6e0d5849c8e8458d" /><Relationship Type="http://schemas.openxmlformats.org/officeDocument/2006/relationships/officeDocument" Target="/ppt/presentation.xml" Id="Rf24c5cfa2cc640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31cdfd4236456f"/>
  </p:sldMasterIdLst>
  <p:notesMasterIdLst>
    <p:notesMasterId xmlns:r="http://schemas.openxmlformats.org/officeDocument/2006/relationships" r:id="Rd53ca2ca1c00497f"/>
  </p:notesMasterIdLst>
  <p:sldIdLst>
    <p:sldId xmlns:r="http://schemas.openxmlformats.org/officeDocument/2006/relationships" id="256" r:id="Rf7283c3a4bc14d59"/>
  </p:sldIdLst>
  <p:sldSz cx="104775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c906e520f14f17" /><Relationship Type="http://schemas.openxmlformats.org/officeDocument/2006/relationships/slideMaster" Target="/ppt/slideMasters/slideMaster1.xml" Id="Rc031cdfd4236456f" /><Relationship Type="http://schemas.openxmlformats.org/officeDocument/2006/relationships/notesMaster" Target="/ppt/notesMasters/notesMaster1.xml" Id="Rd53ca2ca1c00497f" /><Relationship Type="http://schemas.openxmlformats.org/officeDocument/2006/relationships/presProps" Target="/ppt/presProps.xml" Id="R4a40aaf03cad4a6e" /><Relationship Type="http://schemas.openxmlformats.org/officeDocument/2006/relationships/viewProps" Target="/ppt/viewProps.xml" Id="Rc44746f551cf4ad5" /><Relationship Type="http://schemas.openxmlformats.org/officeDocument/2006/relationships/tableStyles" Target="/ppt/tableStyles.xml" Id="R6954ab276d5f4c9e" /><Relationship Type="http://schemas.openxmlformats.org/officeDocument/2006/relationships/slide" Target="/ppt/slides/slide1.xml" Id="Rf7283c3a4bc14d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abdf207454c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4802eb9710478b" /><Relationship Type="http://schemas.openxmlformats.org/officeDocument/2006/relationships/notesMaster" Target="/ppt/notesMasters/notesMaster1.xml" Id="Rf839d15cd1a540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audited case: data/results/mobileworld_hgkv_selected_b4/qualitative_cart_audit.json</a:t>
            </a:r>
          </a:p>
          <a:p xmlns:a="http://schemas.openxmlformats.org/drawingml/2006/main">
            <a:r>
              <a:t>- Local de-identified crops: paper/figures/assets/cart_order_evidence.png; paper/figures/assets/cart_message_input.png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4d3b2964149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699704422402e" /><Relationship Type="http://schemas.openxmlformats.org/officeDocument/2006/relationships/slideLayout" Target="/ppt/slideLayouts/slideLayout1.xml" Id="R08cb64358daf40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cb64358daf40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9fe03b0b24738" /><Relationship Type="http://schemas.openxmlformats.org/officeDocument/2006/relationships/image" Target="/ppt/media/image.png" Id="R44a8d88460524994" /><Relationship Type="http://schemas.openxmlformats.org/officeDocument/2006/relationships/image" Target="/ppt/media/image2.png" Id="R5e445bf1721e4df3" /><Relationship Type="http://schemas.openxmlformats.org/officeDocument/2006/relationships/notesSlide" Target="/ppt/notesSlides/notesSlide1.xml" Id="Rcf5f23afa3ed49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race-line">
            <a:extLst xmlns:a="http://schemas.openxmlformats.org/drawingml/2006/main">
              <a:ext uri="{FF2B5EF4-FFF2-40B4-BE49-F238E27FC236}">
                <a16:creationId xmlns:a16="http://schemas.microsoft.com/office/drawing/2014/main" id="{7406C35B-CCEE-4F6A-ACA3-6EACA9A9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7162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21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ent-current-head">
            <a:extLst xmlns:a="http://schemas.openxmlformats.org/drawingml/2006/main">
              <a:ext uri="{FF2B5EF4-FFF2-40B4-BE49-F238E27FC236}">
                <a16:creationId xmlns:a16="http://schemas.microsoft.com/office/drawing/2014/main" id="{E763AA32-10B5-40EA-B0AF-3A7AB522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500000">
            <a:off x="6541082" y="1519672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e7-current-head">
            <a:extLst xmlns:a="http://schemas.openxmlformats.org/drawingml/2006/main">
              <a:ext uri="{FF2B5EF4-FFF2-40B4-BE49-F238E27FC236}">
                <a16:creationId xmlns:a16="http://schemas.microsoft.com/office/drawing/2014/main" id="{9F08A7A7-9877-4A4B-98C9-385688C6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082" y="1510147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5A14"/>
          </a:solidFill>
          <a:ln xmlns:a="http://schemas.openxmlformats.org/drawingml/2006/main" w="0">
            <a:solidFill>
              <a:srgbClr val="C45A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current-action-stem">
            <a:extLst xmlns:a="http://schemas.openxmlformats.org/drawingml/2006/main">
              <a:ext uri="{FF2B5EF4-FFF2-40B4-BE49-F238E27FC236}">
                <a16:creationId xmlns:a16="http://schemas.microsoft.com/office/drawing/2014/main" id="{1775661C-BAF3-4620-AB14-983E4B8E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682" y="1557772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21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current-action-up">
            <a:extLst xmlns:a="http://schemas.openxmlformats.org/drawingml/2006/main">
              <a:ext uri="{FF2B5EF4-FFF2-40B4-BE49-F238E27FC236}">
                <a16:creationId xmlns:a16="http://schemas.microsoft.com/office/drawing/2014/main" id="{66A38DA5-1F4A-4603-8EC9-BAE84290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374" y="787403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33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urrent-action-down">
            <a:extLst xmlns:a="http://schemas.openxmlformats.org/drawingml/2006/main">
              <a:ext uri="{FF2B5EF4-FFF2-40B4-BE49-F238E27FC236}">
                <a16:creationId xmlns:a16="http://schemas.microsoft.com/office/drawing/2014/main" id="{F5CACB05-BCF1-4E33-A8C2-932B0E08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374" y="1520828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E7D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current-action-up-out">
            <a:extLst xmlns:a="http://schemas.openxmlformats.org/drawingml/2006/main">
              <a:ext uri="{FF2B5EF4-FFF2-40B4-BE49-F238E27FC236}">
                <a16:creationId xmlns:a16="http://schemas.microsoft.com/office/drawing/2014/main" id="{0B964772-7478-4E01-854B-73C755E6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374" y="787403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33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current-action-down-out">
            <a:extLst xmlns:a="http://schemas.openxmlformats.org/drawingml/2006/main">
              <a:ext uri="{FF2B5EF4-FFF2-40B4-BE49-F238E27FC236}">
                <a16:creationId xmlns:a16="http://schemas.microsoft.com/office/drawing/2014/main" id="{A7C9F19B-6660-477A-A6D8-F22016B7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374" y="2435228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E7D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ent-action-head">
            <a:extLst xmlns:a="http://schemas.openxmlformats.org/drawingml/2006/main">
              <a:ext uri="{FF2B5EF4-FFF2-40B4-BE49-F238E27FC236}">
                <a16:creationId xmlns:a16="http://schemas.microsoft.com/office/drawing/2014/main" id="{C0AFCB28-852B-4879-A60E-C2CFF8A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80574" y="74930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causal-action-head">
            <a:extLst xmlns:a="http://schemas.openxmlformats.org/drawingml/2006/main">
              <a:ext uri="{FF2B5EF4-FFF2-40B4-BE49-F238E27FC236}">
                <a16:creationId xmlns:a16="http://schemas.microsoft.com/office/drawing/2014/main" id="{104526E7-4EF6-41B0-82B1-A8EE4D62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80574" y="239712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2E7D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red-prompt-title">
            <a:extLst xmlns:a="http://schemas.openxmlformats.org/drawingml/2006/main">
              <a:ext uri="{FF2B5EF4-FFF2-40B4-BE49-F238E27FC236}">
                <a16:creationId xmlns:a16="http://schemas.microsoft.com/office/drawing/2014/main" id="{A9B42570-4912-437A-94B9-49544301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Shared </a:t>
            </a: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3" name="goal-label">
            <a:extLst xmlns:a="http://schemas.openxmlformats.org/drawingml/2006/main">
              <a:ext uri="{FF2B5EF4-FFF2-40B4-BE49-F238E27FC236}">
                <a16:creationId xmlns:a16="http://schemas.microsoft.com/office/drawing/2014/main" id="{4EC935C0-3B1F-4F1A-8D32-17E06732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53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27D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24" name="goal-value">
            <a:extLst xmlns:a="http://schemas.openxmlformats.org/drawingml/2006/main">
              <a:ext uri="{FF2B5EF4-FFF2-40B4-BE49-F238E27FC236}">
                <a16:creationId xmlns:a16="http://schemas.microsoft.com/office/drawing/2014/main" id="{29F64F0A-A4FE-415C-AE00-6DA48F0E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pending shipment</a:t>
            </a: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 →
</a:t>
            </a: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SMS reminder</a:t>
            </a:r>
          </a:p>
        </p:txBody>
      </p:sp>
      <p:sp>
        <p:nvSpPr>
          <p:cNvPr id="25" name="trace-title">
            <a:extLst xmlns:a="http://schemas.openxmlformats.org/drawingml/2006/main">
              <a:ext uri="{FF2B5EF4-FFF2-40B4-BE49-F238E27FC236}">
                <a16:creationId xmlns:a16="http://schemas.microsoft.com/office/drawing/2014/main" id="{90C432F5-CBEF-4448-9807-CE019EC5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57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Complete event trace</a:t>
            </a:r>
          </a:p>
        </p:txBody>
      </p:sp>
      <p:sp>
        <p:nvSpPr>
          <p:cNvPr id="26" name="trace-0-dot">
            <a:extLst xmlns:a="http://schemas.openxmlformats.org/drawingml/2006/main">
              <a:ext uri="{FF2B5EF4-FFF2-40B4-BE49-F238E27FC236}">
                <a16:creationId xmlns:a16="http://schemas.microsoft.com/office/drawing/2014/main" id="{75E99575-2A19-486A-88BC-2EAA7276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14288">
            <a:solidFill>
              <a:srgbClr val="66727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27D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27" name="trace-1-dot">
            <a:extLst xmlns:a="http://schemas.openxmlformats.org/drawingml/2006/main">
              <a:ext uri="{FF2B5EF4-FFF2-40B4-BE49-F238E27FC236}">
                <a16:creationId xmlns:a16="http://schemas.microsoft.com/office/drawing/2014/main" id="{1E009E3F-4ED4-4193-9B27-D5F41714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3048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14288">
            <a:solidFill>
              <a:srgbClr val="66727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27D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8" name="trace-2-dot">
            <a:extLst xmlns:a="http://schemas.openxmlformats.org/drawingml/2006/main">
              <a:ext uri="{FF2B5EF4-FFF2-40B4-BE49-F238E27FC236}">
                <a16:creationId xmlns:a16="http://schemas.microsoft.com/office/drawing/2014/main" id="{855D64C7-1313-407D-8595-E111EDC5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3048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14288">
            <a:solidFill>
              <a:srgbClr val="66727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27D"/>
                </a:solidFill>
                <a:latin typeface="Arial"/>
                <a:ea typeface="Arial"/>
                <a:cs typeface="Arial"/>
              </a:rPr>
              <a:t>e6</a:t>
            </a:r>
          </a:p>
        </p:txBody>
      </p:sp>
      <p:sp>
        <p:nvSpPr>
          <p:cNvPr id="29" name="trace-3-dot">
            <a:extLst xmlns:a="http://schemas.openxmlformats.org/drawingml/2006/main">
              <a:ext uri="{FF2B5EF4-FFF2-40B4-BE49-F238E27FC236}">
                <a16:creationId xmlns:a16="http://schemas.microsoft.com/office/drawing/2014/main" id="{B4C7246A-2C40-4564-8599-1D3FD570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81125"/>
            <a:ext cx="3048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C45A1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45A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A14"/>
                </a:solidFill>
                <a:latin typeface="Arial"/>
                <a:ea typeface="Arial"/>
                <a:cs typeface="Arial"/>
              </a:rPr>
              <a:t>e7</a:t>
            </a:r>
          </a:p>
        </p:txBody>
      </p:sp>
      <p:sp>
        <p:nvSpPr>
          <p:cNvPr id="30" name="trace-4-dot">
            <a:extLst xmlns:a="http://schemas.openxmlformats.org/drawingml/2006/main">
              <a:ext uri="{FF2B5EF4-FFF2-40B4-BE49-F238E27FC236}">
                <a16:creationId xmlns:a16="http://schemas.microsoft.com/office/drawing/2014/main" id="{CADC5127-6A47-4CFA-8200-2DDBDD8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81125"/>
            <a:ext cx="3048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14288">
            <a:solidFill>
              <a:srgbClr val="66727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27D"/>
                </a:solidFill>
                <a:latin typeface="Arial"/>
                <a:ea typeface="Arial"/>
                <a:cs typeface="Arial"/>
              </a:rPr>
              <a:t>e8</a:t>
            </a:r>
          </a:p>
        </p:txBody>
      </p:sp>
      <p:sp>
        <p:nvSpPr>
          <p:cNvPr id="31" name="trace-5-dot">
            <a:extLst xmlns:a="http://schemas.openxmlformats.org/drawingml/2006/main">
              <a:ext uri="{FF2B5EF4-FFF2-40B4-BE49-F238E27FC236}">
                <a16:creationId xmlns:a16="http://schemas.microsoft.com/office/drawing/2014/main" id="{5FE98C78-CD80-40F4-AD7F-D829BF09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381125"/>
            <a:ext cx="3048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14288">
            <a:solidFill>
              <a:srgbClr val="66727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27D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2" name="trace-6-dot">
            <a:extLst xmlns:a="http://schemas.openxmlformats.org/drawingml/2006/main">
              <a:ext uri="{FF2B5EF4-FFF2-40B4-BE49-F238E27FC236}">
                <a16:creationId xmlns:a16="http://schemas.microsoft.com/office/drawing/2014/main" id="{6EBC596A-EB38-4378-8401-BAF3BCF7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81125"/>
            <a:ext cx="4000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e11</a:t>
            </a:r>
          </a:p>
        </p:txBody>
      </p:sp>
      <p:sp>
        <p:nvSpPr>
          <p:cNvPr id="33" name="trace-7-dot">
            <a:extLst xmlns:a="http://schemas.openxmlformats.org/drawingml/2006/main">
              <a:ext uri="{FF2B5EF4-FFF2-40B4-BE49-F238E27FC236}">
                <a16:creationId xmlns:a16="http://schemas.microsoft.com/office/drawing/2014/main" id="{076144F2-1115-4D84-A24C-A6F3AB51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81125"/>
            <a:ext cx="4000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e12</a:t>
            </a:r>
          </a:p>
        </p:txBody>
      </p:sp>
      <p:sp>
        <p:nvSpPr>
          <p:cNvPr id="34" name="trace-8-dot">
            <a:extLst xmlns:a="http://schemas.openxmlformats.org/drawingml/2006/main">
              <a:ext uri="{FF2B5EF4-FFF2-40B4-BE49-F238E27FC236}">
                <a16:creationId xmlns:a16="http://schemas.microsoft.com/office/drawing/2014/main" id="{8100205D-5BF4-40BF-A763-22DEFB77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81125"/>
            <a:ext cx="4000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e13</a:t>
            </a:r>
          </a:p>
        </p:txBody>
      </p:sp>
      <p:sp>
        <p:nvSpPr>
          <p:cNvPr id="35" name="trace-9-dot">
            <a:extLst xmlns:a="http://schemas.openxmlformats.org/drawingml/2006/main">
              <a:ext uri="{FF2B5EF4-FFF2-40B4-BE49-F238E27FC236}">
                <a16:creationId xmlns:a16="http://schemas.microsoft.com/office/drawing/2014/main" id="{C7B39A8B-6B01-4C88-86A1-94CB177C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81125"/>
            <a:ext cx="4000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e14</a:t>
            </a:r>
          </a:p>
        </p:txBody>
      </p:sp>
      <p:sp>
        <p:nvSpPr>
          <p:cNvPr id="36" name="summary-e6-id">
            <a:extLst xmlns:a="http://schemas.openxmlformats.org/drawingml/2006/main">
              <a:ext uri="{FF2B5EF4-FFF2-40B4-BE49-F238E27FC236}">
                <a16:creationId xmlns:a16="http://schemas.microsoft.com/office/drawing/2014/main" id="{14C95885-F8AF-4F31-91E3-9900FFCE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097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27D"/>
                </a:solidFill>
                <a:latin typeface="Arial"/>
                <a:ea typeface="Arial"/>
                <a:cs typeface="Arial"/>
              </a:rPr>
              <a:t>e6</a:t>
            </a:r>
          </a:p>
        </p:txBody>
      </p:sp>
      <p:sp>
        <p:nvSpPr>
          <p:cNvPr id="37" name="summary-e6-text">
            <a:extLst xmlns:a="http://schemas.openxmlformats.org/drawingml/2006/main">
              <a:ext uri="{FF2B5EF4-FFF2-40B4-BE49-F238E27FC236}">
                <a16:creationId xmlns:a16="http://schemas.microsoft.com/office/drawing/2014/main" id="{29724644-62B5-4C9E-BD6A-467BBA0C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27D"/>
                </a:solidFill>
                <a:latin typeface="Arial"/>
                <a:ea typeface="Arial"/>
                <a:cs typeface="Arial"/>
              </a:rPr>
              <a:t>open pending orders</a:t>
            </a:r>
          </a:p>
        </p:txBody>
      </p:sp>
      <p:sp>
        <p:nvSpPr>
          <p:cNvPr id="38" name="summary-e7-id">
            <a:extLst xmlns:a="http://schemas.openxmlformats.org/drawingml/2006/main">
              <a:ext uri="{FF2B5EF4-FFF2-40B4-BE49-F238E27FC236}">
                <a16:creationId xmlns:a16="http://schemas.microsoft.com/office/drawing/2014/main" id="{0B04DDBB-7DBD-4C3F-8FE5-52D436E6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669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C45A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A14"/>
                </a:solidFill>
                <a:latin typeface="Arial"/>
                <a:ea typeface="Arial"/>
                <a:cs typeface="Arial"/>
              </a:rPr>
              <a:t>e7</a:t>
            </a:r>
          </a:p>
        </p:txBody>
      </p:sp>
      <p:sp>
        <p:nvSpPr>
          <p:cNvPr id="39" name="summary-e7-text">
            <a:extLst xmlns:a="http://schemas.openxmlformats.org/drawingml/2006/main">
              <a:ext uri="{FF2B5EF4-FFF2-40B4-BE49-F238E27FC236}">
                <a16:creationId xmlns:a16="http://schemas.microsoft.com/office/drawing/2014/main" id="{845BB38F-F39C-481E-A09D-B133DC44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27D"/>
                </a:solidFill>
                <a:latin typeface="Arial"/>
                <a:ea typeface="Arial"/>
                <a:cs typeface="Arial"/>
              </a:rPr>
              <a:t>inspect item + order ID</a:t>
            </a:r>
          </a:p>
        </p:txBody>
      </p:sp>
      <p:sp>
        <p:nvSpPr>
          <p:cNvPr id="40" name="summary-e8-id">
            <a:extLst xmlns:a="http://schemas.openxmlformats.org/drawingml/2006/main">
              <a:ext uri="{FF2B5EF4-FFF2-40B4-BE49-F238E27FC236}">
                <a16:creationId xmlns:a16="http://schemas.microsoft.com/office/drawing/2014/main" id="{82ED315B-F591-45B4-B1C9-14BE9152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241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27D"/>
                </a:solidFill>
                <a:latin typeface="Arial"/>
                <a:ea typeface="Arial"/>
                <a:cs typeface="Arial"/>
              </a:rPr>
              <a:t>e8</a:t>
            </a:r>
          </a:p>
        </p:txBody>
      </p:sp>
      <p:sp>
        <p:nvSpPr>
          <p:cNvPr id="41" name="summary-e8-text">
            <a:extLst xmlns:a="http://schemas.openxmlformats.org/drawingml/2006/main">
              <a:ext uri="{FF2B5EF4-FFF2-40B4-BE49-F238E27FC236}">
                <a16:creationId xmlns:a16="http://schemas.microsoft.com/office/drawing/2014/main" id="{70D49823-48B6-4ED1-83DC-B655CB1F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27D"/>
                </a:solidFill>
                <a:latin typeface="Arial"/>
                <a:ea typeface="Arial"/>
                <a:cs typeface="Arial"/>
              </a:rPr>
              <a:t>switch to Messages</a:t>
            </a:r>
          </a:p>
        </p:txBody>
      </p:sp>
      <p:sp>
        <p:nvSpPr>
          <p:cNvPr id="42" name="summary-e12-id">
            <a:extLst xmlns:a="http://schemas.openxmlformats.org/drawingml/2006/main">
              <a:ext uri="{FF2B5EF4-FFF2-40B4-BE49-F238E27FC236}">
                <a16:creationId xmlns:a16="http://schemas.microsoft.com/office/drawing/2014/main" id="{12B72A54-2BEE-458E-9EEB-40AA1EBC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e12</a:t>
            </a:r>
          </a:p>
        </p:txBody>
      </p:sp>
      <p:sp>
        <p:nvSpPr>
          <p:cNvPr id="43" name="summary-e12-text">
            <a:extLst xmlns:a="http://schemas.openxmlformats.org/drawingml/2006/main">
              <a:ext uri="{FF2B5EF4-FFF2-40B4-BE49-F238E27FC236}">
                <a16:creationId xmlns:a16="http://schemas.microsoft.com/office/drawing/2014/main" id="{62AEB2E7-7076-411E-B294-FDEEF030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27D"/>
                </a:solidFill>
                <a:latin typeface="Arial"/>
                <a:ea typeface="Arial"/>
                <a:cs typeface="Arial"/>
              </a:rPr>
              <a:t>choose recipient</a:t>
            </a:r>
          </a:p>
        </p:txBody>
      </p:sp>
      <p:sp>
        <p:nvSpPr>
          <p:cNvPr id="44" name="summary-e14-id">
            <a:extLst xmlns:a="http://schemas.openxmlformats.org/drawingml/2006/main">
              <a:ext uri="{FF2B5EF4-FFF2-40B4-BE49-F238E27FC236}">
                <a16:creationId xmlns:a16="http://schemas.microsoft.com/office/drawing/2014/main" id="{66112484-A71D-4628-810B-8423CA4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8384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e14</a:t>
            </a:r>
          </a:p>
        </p:txBody>
      </p:sp>
      <p:sp>
        <p:nvSpPr>
          <p:cNvPr id="45" name="summary-e14-text">
            <a:extLst xmlns:a="http://schemas.openxmlformats.org/drawingml/2006/main">
              <a:ext uri="{FF2B5EF4-FFF2-40B4-BE49-F238E27FC236}">
                <a16:creationId xmlns:a16="http://schemas.microsoft.com/office/drawing/2014/main" id="{F9B1F09C-930C-412D-BF3C-5D3BCA06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27D"/>
                </a:solidFill>
                <a:latin typeface="Arial"/>
                <a:ea typeface="Arial"/>
                <a:cs typeface="Arial"/>
              </a:rPr>
              <a:t>focus composer</a:t>
            </a:r>
          </a:p>
        </p:txBody>
      </p:sp>
      <p:sp>
        <p:nvSpPr>
          <p:cNvPr id="46" name="recent-label">
            <a:extLst xmlns:a="http://schemas.openxmlformats.org/drawingml/2006/main">
              <a:ext uri="{FF2B5EF4-FFF2-40B4-BE49-F238E27FC236}">
                <a16:creationId xmlns:a16="http://schemas.microsoft.com/office/drawing/2014/main" id="{377479B6-77D9-477C-8BF8-FC9E8F3B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181" y="285750"/>
            <a:ext cx="205740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Recent</a:t>
            </a:r>
            <a:r>
              <a:rPr sz="1575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 High-Fidelity Images</a:t>
            </a:r>
          </a:p>
        </p:txBody>
      </p:sp>
      <p:sp>
        <p:nvSpPr>
          <p:cNvPr id="47" name="recent-e11-dot">
            <a:extLst xmlns:a="http://schemas.openxmlformats.org/drawingml/2006/main">
              <a:ext uri="{FF2B5EF4-FFF2-40B4-BE49-F238E27FC236}">
                <a16:creationId xmlns:a16="http://schemas.microsoft.com/office/drawing/2014/main" id="{4B0AA075-C987-4A11-B7EC-B289BD56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757" y="79722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e11</a:t>
            </a:r>
          </a:p>
        </p:txBody>
      </p:sp>
      <p:sp>
        <p:nvSpPr>
          <p:cNvPr id="48" name="recent-e12-dot">
            <a:extLst xmlns:a="http://schemas.openxmlformats.org/drawingml/2006/main">
              <a:ext uri="{FF2B5EF4-FFF2-40B4-BE49-F238E27FC236}">
                <a16:creationId xmlns:a16="http://schemas.microsoft.com/office/drawing/2014/main" id="{69EF4AA2-9CCF-445E-8153-CDCE57F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907" y="79722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e12</a:t>
            </a:r>
          </a:p>
        </p:txBody>
      </p:sp>
      <p:sp>
        <p:nvSpPr>
          <p:cNvPr id="49" name="recent-e13-dot">
            <a:extLst xmlns:a="http://schemas.openxmlformats.org/drawingml/2006/main">
              <a:ext uri="{FF2B5EF4-FFF2-40B4-BE49-F238E27FC236}">
                <a16:creationId xmlns:a16="http://schemas.microsoft.com/office/drawing/2014/main" id="{E90C362C-A1D6-4BE7-8CEB-E9E2A700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057" y="79722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e13</a:t>
            </a:r>
          </a:p>
        </p:txBody>
      </p:sp>
      <p:sp>
        <p:nvSpPr>
          <p:cNvPr id="50" name="recent-e14-dot">
            <a:extLst xmlns:a="http://schemas.openxmlformats.org/drawingml/2006/main">
              <a:ext uri="{FF2B5EF4-FFF2-40B4-BE49-F238E27FC236}">
                <a16:creationId xmlns:a16="http://schemas.microsoft.com/office/drawing/2014/main" id="{805890C2-A385-471E-A22F-7E491190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207" y="79722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e14</a:t>
            </a:r>
          </a:p>
        </p:txBody>
      </p:sp>
      <p:sp>
        <p:nvSpPr>
          <p:cNvPr id="51" name="causal-label">
            <a:extLst xmlns:a="http://schemas.openxmlformats.org/drawingml/2006/main">
              <a:ext uri="{FF2B5EF4-FFF2-40B4-BE49-F238E27FC236}">
                <a16:creationId xmlns:a16="http://schemas.microsoft.com/office/drawing/2014/main" id="{F43058FD-F2E2-4D45-A0F0-7937BDF0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805" y="1344189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C45A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45A14"/>
                </a:solidFill>
                <a:latin typeface="Arial"/>
                <a:ea typeface="Arial"/>
                <a:cs typeface="Arial"/>
              </a:rPr>
              <a:t>CausalCache</a:t>
            </a:r>
          </a:p>
        </p:txBody>
      </p:sp>
      <p:sp>
        <p:nvSpPr>
          <p:cNvPr id="52" name="causal-e6-dot">
            <a:extLst xmlns:a="http://schemas.openxmlformats.org/drawingml/2006/main">
              <a:ext uri="{FF2B5EF4-FFF2-40B4-BE49-F238E27FC236}">
                <a16:creationId xmlns:a16="http://schemas.microsoft.com/office/drawing/2014/main" id="{9684E93E-8A5E-4B86-AD80-38677541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230" y="16013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C45A1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45A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A14"/>
                </a:solidFill>
                <a:latin typeface="Arial"/>
                <a:ea typeface="Arial"/>
                <a:cs typeface="Arial"/>
              </a:rPr>
              <a:t>e6</a:t>
            </a:r>
          </a:p>
        </p:txBody>
      </p:sp>
      <p:sp>
        <p:nvSpPr>
          <p:cNvPr id="53" name="causal-e7-dot">
            <a:extLst xmlns:a="http://schemas.openxmlformats.org/drawingml/2006/main">
              <a:ext uri="{FF2B5EF4-FFF2-40B4-BE49-F238E27FC236}">
                <a16:creationId xmlns:a16="http://schemas.microsoft.com/office/drawing/2014/main" id="{521458AB-53BE-4166-9D74-C93F3D1C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380" y="16013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C45A1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45A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A14"/>
                </a:solidFill>
                <a:latin typeface="Arial"/>
                <a:ea typeface="Arial"/>
                <a:cs typeface="Arial"/>
              </a:rPr>
              <a:t>e7</a:t>
            </a:r>
          </a:p>
        </p:txBody>
      </p:sp>
      <p:sp>
        <p:nvSpPr>
          <p:cNvPr id="54" name="causal-e8-dot">
            <a:extLst xmlns:a="http://schemas.openxmlformats.org/drawingml/2006/main">
              <a:ext uri="{FF2B5EF4-FFF2-40B4-BE49-F238E27FC236}">
                <a16:creationId xmlns:a16="http://schemas.microsoft.com/office/drawing/2014/main" id="{FF618102-7C71-47BB-836B-EC3EBF4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530" y="16013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C45A1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45A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A14"/>
                </a:solidFill>
                <a:latin typeface="Arial"/>
                <a:ea typeface="Arial"/>
                <a:cs typeface="Arial"/>
              </a:rPr>
              <a:t>e8</a:t>
            </a:r>
          </a:p>
        </p:txBody>
      </p:sp>
      <p:sp>
        <p:nvSpPr>
          <p:cNvPr id="55" name="causal-e12-dot">
            <a:extLst xmlns:a="http://schemas.openxmlformats.org/drawingml/2006/main">
              <a:ext uri="{FF2B5EF4-FFF2-40B4-BE49-F238E27FC236}">
                <a16:creationId xmlns:a16="http://schemas.microsoft.com/office/drawing/2014/main" id="{AAC720B7-90BB-465C-A910-03801A33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680" y="160136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e12</a:t>
            </a:r>
          </a:p>
        </p:txBody>
      </p:sp>
      <p:pic>
        <p:nvPicPr>
          <p:cNvPr id="194" name="Picture 1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8d88460524994"/>
          <a:stretch xmlns:a="http://schemas.openxmlformats.org/drawingml/2006/main"/>
        </p:blipFill>
        <p:spPr>
          <a:xfrm xmlns:a="http://schemas.openxmlformats.org/drawingml/2006/main">
            <a:off x="4201954" y="2138363"/>
            <a:ext cx="1127093" cy="1200150"/>
          </a:xfrm>
          <a:prstGeom xmlns:a="http://schemas.openxmlformats.org/drawingml/2006/main" prst="rect">
            <a:avLst/>
          </a:prstGeom>
        </p:spPr>
      </p:pic>
      <p:sp>
        <p:nvSpPr>
          <p:cNvPr id="58" name="e7-image-border">
            <a:extLst xmlns:a="http://schemas.openxmlformats.org/drawingml/2006/main">
              <a:ext uri="{FF2B5EF4-FFF2-40B4-BE49-F238E27FC236}">
                <a16:creationId xmlns:a16="http://schemas.microsoft.com/office/drawing/2014/main" id="{828A0895-FBB0-43FF-A307-73ABAF4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235" y="2128838"/>
            <a:ext cx="1195578" cy="1219200"/>
          </a:xfrm>
          <a:prstGeom xmlns:a="http://schemas.openxmlformats.org/drawingml/2006/main" prst="roundRect">
            <a:avLst>
              <a:gd name="adj" fmla="val 287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45A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current-label">
            <a:extLst xmlns:a="http://schemas.openxmlformats.org/drawingml/2006/main">
              <a:ext uri="{FF2B5EF4-FFF2-40B4-BE49-F238E27FC236}">
                <a16:creationId xmlns:a16="http://schemas.microsoft.com/office/drawing/2014/main" id="{9E0BB765-D725-4D0F-B594-5329DFD9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8572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</a:t>
            </a: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urrent</a:t>
            </a: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Keyboard Image</a:t>
            </a:r>
          </a:p>
        </p:txBody>
      </p:sp>
      <p:pic>
        <p:nvPicPr>
          <p:cNvPr id="197" name="Picture 1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45bf1721e4df3"/>
          <a:stretch xmlns:a="http://schemas.openxmlformats.org/drawingml/2006/main"/>
        </p:blipFill>
        <p:spPr>
          <a:xfrm xmlns:a="http://schemas.openxmlformats.org/drawingml/2006/main">
            <a:off x="6163829" y="1169173"/>
            <a:ext cx="2126682" cy="590744"/>
          </a:xfrm>
          <a:prstGeom xmlns:a="http://schemas.openxmlformats.org/drawingml/2006/main" prst="rect">
            <a:avLst/>
          </a:prstGeom>
        </p:spPr>
      </p:pic>
      <p:sp>
        <p:nvSpPr>
          <p:cNvPr id="62" name="recent-action-label">
            <a:extLst xmlns:a="http://schemas.openxmlformats.org/drawingml/2006/main">
              <a:ext uri="{FF2B5EF4-FFF2-40B4-BE49-F238E27FC236}">
                <a16:creationId xmlns:a16="http://schemas.microsoft.com/office/drawing/2014/main" id="{768912DE-ECC4-47CA-9908-F21841DC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802" y="63503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Recent-4</a:t>
            </a:r>
          </a:p>
        </p:txBody>
      </p:sp>
      <p:sp>
        <p:nvSpPr>
          <p:cNvPr id="63" name="recent-cross">
            <a:extLst xmlns:a="http://schemas.openxmlformats.org/drawingml/2006/main">
              <a:ext uri="{FF2B5EF4-FFF2-40B4-BE49-F238E27FC236}">
                <a16:creationId xmlns:a16="http://schemas.microsoft.com/office/drawing/2014/main" id="{0E02D744-9CF8-4343-8A08-1CD79E79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802" y="25403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02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4" name="recent-action">
            <a:extLst xmlns:a="http://schemas.openxmlformats.org/drawingml/2006/main">
              <a:ext uri="{FF2B5EF4-FFF2-40B4-BE49-F238E27FC236}">
                <a16:creationId xmlns:a16="http://schemas.microsoft.com/office/drawing/2014/main" id="{67A8085D-1AA4-4BBA-BB66-81BB6E08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8303"/>
            <a:ext cx="1619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type: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Women's Cotton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Short Sleeve T-shirt,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202306010001</a:t>
            </a:r>
          </a:p>
        </p:txBody>
      </p:sp>
      <p:sp>
        <p:nvSpPr>
          <p:cNvPr id="65" name="recent-result-rule">
            <a:extLst xmlns:a="http://schemas.openxmlformats.org/drawingml/2006/main">
              <a:ext uri="{FF2B5EF4-FFF2-40B4-BE49-F238E27FC236}">
                <a16:creationId xmlns:a16="http://schemas.microsoft.com/office/drawing/2014/main" id="{07533E0F-AC24-458E-AC7B-EAA3BE3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causal-action-label">
            <a:extLst xmlns:a="http://schemas.openxmlformats.org/drawingml/2006/main">
              <a:ext uri="{FF2B5EF4-FFF2-40B4-BE49-F238E27FC236}">
                <a16:creationId xmlns:a16="http://schemas.microsoft.com/office/drawing/2014/main" id="{3954EE80-1CC3-44CE-A1DB-9388B24C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874" y="1720853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>
                <a:solidFill>
                  <a:srgbClr val="C45A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45A14"/>
                </a:solidFill>
                <a:latin typeface="Arial"/>
                <a:ea typeface="Arial"/>
                <a:cs typeface="Arial"/>
              </a:rPr>
              <a:t>CausalCache</a:t>
            </a:r>
          </a:p>
        </p:txBody>
      </p:sp>
      <p:sp>
        <p:nvSpPr>
          <p:cNvPr id="67" name="causal-check">
            <a:extLst xmlns:a="http://schemas.openxmlformats.org/drawingml/2006/main">
              <a:ext uri="{FF2B5EF4-FFF2-40B4-BE49-F238E27FC236}">
                <a16:creationId xmlns:a16="http://schemas.microsoft.com/office/drawing/2014/main" id="{6EFB5E33-F4DB-46A0-A6BE-1D1BDE10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82753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025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8" name="causal-action">
            <a:extLst xmlns:a="http://schemas.openxmlformats.org/drawingml/2006/main">
              <a:ext uri="{FF2B5EF4-FFF2-40B4-BE49-F238E27FC236}">
                <a16:creationId xmlns:a16="http://schemas.microsoft.com/office/drawing/2014/main" id="{E2D38684-84C8-45BE-888A-0116BACD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6603"/>
            <a:ext cx="1619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type: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经典白色T恤,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保湿面霜套装,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639281475036294</a:t>
            </a:r>
          </a:p>
        </p:txBody>
      </p:sp>
      <p:sp>
        <p:nvSpPr>
          <p:cNvPr id="69" name="causal-result-rule">
            <a:extLst xmlns:a="http://schemas.openxmlformats.org/drawingml/2006/main">
              <a:ext uri="{FF2B5EF4-FFF2-40B4-BE49-F238E27FC236}">
                <a16:creationId xmlns:a16="http://schemas.microsoft.com/office/drawing/2014/main" id="{F979257B-A37D-4587-AB3B-FD8B2706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622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cxnSp>
        <p:nvCxnSpPr>
          <p:cNvPr id="206" name="Straight Arrow Connector 71"/>
          <p:cNvCxnSpPr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3771900" y="997245"/>
            <a:ext cx="268432" cy="57438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7" name="Straight Arrow Connector 73"/>
          <p:cNvCxnSpPr/>
          <p:nvPr/>
        </p:nvCxnSpPr>
        <p:spPr>
          <a:xfrm xmlns:a="http://schemas.openxmlformats.org/drawingml/2006/main">
            <a:off x="3771900" y="1571625"/>
            <a:ext cx="285261" cy="20118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8" name="Down Arrow 77">
            <a:extLst xmlns:a="http://schemas.openxmlformats.org/drawingml/2006/main">
              <a:ext uri="{FF2B5EF4-FFF2-40B4-BE49-F238E27FC236}">
                <a16:creationId xmlns:a16="http://schemas.microsoft.com/office/drawing/2014/main" id="{34E2B314-5650-18ED-5743-3AF95A88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405" y="2015255"/>
            <a:ext cx="45719" cy="100012"/>
          </a:xfrm>
          <a:prstGeom xmlns:a="http://schemas.openxmlformats.org/drawingml/2006/main" prst="down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Right Brace 78">
            <a:extLst xmlns:a="http://schemas.openxmlformats.org/drawingml/2006/main">
              <a:ext uri="{FF2B5EF4-FFF2-40B4-BE49-F238E27FC236}">
                <a16:creationId xmlns:a16="http://schemas.microsoft.com/office/drawing/2014/main" id="{CAF379E8-8C3F-0235-E532-24E7470E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844" y="962025"/>
            <a:ext cx="155448" cy="914400"/>
          </a:xfrm>
          <a:prstGeom xmlns:a="http://schemas.openxmlformats.org/drawingml/2006/main" prst="rightBrace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10" name="Straight Arrow Connector 80"/>
          <p:cNvCxnSpPr/>
          <p:nvPr/>
        </p:nvCxnSpPr>
        <p:spPr>
          <a:xfrm xmlns:a="http://schemas.openxmlformats.org/drawingml/2006/main">
            <a:off x="5905292" y="1419225"/>
            <a:ext cx="273835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11" name="Straight Arrow Connector 82"/>
          <p:cNvCxnSpPr/>
          <p:nvPr/>
        </p:nvCxnSpPr>
        <p:spPr>
          <a:xfrm xmlns:a="http://schemas.openxmlformats.org/drawingml/2006/main">
            <a:off x="8230539" y="1484460"/>
            <a:ext cx="273835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227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2026-07-28T06:28:00.2940000Z</dcterms:created>
  <dcterms:modified xsi:type="dcterms:W3CDTF">2026-07-28T06:28:00.2940000Z</dcterms:modified>
</coreProperties>
</file>