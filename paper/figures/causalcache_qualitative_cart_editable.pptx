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0984543b8446d8" /><Relationship Type="http://schemas.openxmlformats.org/officeDocument/2006/relationships/extended-properties" Target="/docProps/app.xml" Id="R94ada17779334869" /><Relationship Type="http://schemas.openxmlformats.org/officeDocument/2006/relationships/officeDocument" Target="/ppt/presentation.xml" Id="Rc486b762dc0a4c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b9341be5124ebe"/>
  </p:sldMasterIdLst>
  <p:notesMasterIdLst>
    <p:notesMasterId xmlns:r="http://schemas.openxmlformats.org/officeDocument/2006/relationships" r:id="Rd61a2f54bc694730"/>
  </p:notesMasterIdLst>
  <p:sldIdLst>
    <p:sldId xmlns:r="http://schemas.openxmlformats.org/officeDocument/2006/relationships" id="256" r:id="R9b3349e279d54a6f"/>
  </p:sldIdLst>
  <p:sldSz cx="10477500" cy="3429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7a381bb95248d5" /><Relationship Type="http://schemas.openxmlformats.org/officeDocument/2006/relationships/slideMaster" Target="/ppt/slideMasters/slideMaster1.xml" Id="R9eb9341be5124ebe" /><Relationship Type="http://schemas.openxmlformats.org/officeDocument/2006/relationships/notesMaster" Target="/ppt/notesMasters/notesMaster1.xml" Id="Rd61a2f54bc694730" /><Relationship Type="http://schemas.openxmlformats.org/officeDocument/2006/relationships/presProps" Target="/ppt/presProps.xml" Id="Rda6ac5ffce1c49ea" /><Relationship Type="http://schemas.openxmlformats.org/officeDocument/2006/relationships/tableStyles" Target="/ppt/tableStyles.xml" Id="R5954e84a3b3242fb" /><Relationship Type="http://schemas.openxmlformats.org/officeDocument/2006/relationships/slide" Target="/ppt/slides/slide1.xml" Id="R9b3349e279d54a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7886ac88e44c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872a462e384fe5" /><Relationship Type="http://schemas.openxmlformats.org/officeDocument/2006/relationships/notesMaster" Target="/ppt/notesMasters/notesMaster1.xml" Id="R62331226f92c49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audited case: data/results/mobileworld_hgkv_selected_b4/qualitative_cart_audit.json</a:t>
            </a:r>
          </a:p>
          <a:p xmlns:a="http://schemas.openxmlformats.org/drawingml/2006/main">
            <a:r>
              <a:t>- Local de-identified crops: paper/figures/assets/cart_order_evidence.png; paper/figures/assets/cart_message_input.png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dd7b581fe45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381b6c19d44461" /><Relationship Type="http://schemas.openxmlformats.org/officeDocument/2006/relationships/slideLayout" Target="/ppt/slideLayouts/slideLayout1.xml" Id="R0a57b4228d8c4b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57b4228d8c4b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cd78dd3bd4d61" /><Relationship Type="http://schemas.openxmlformats.org/officeDocument/2006/relationships/image" Target="/ppt/media/image.png" Id="Rf728ad662d5f4960" /><Relationship Type="http://schemas.openxmlformats.org/officeDocument/2006/relationships/image" Target="/ppt/media/image2.png" Id="R8380cfe2eff14408" /><Relationship Type="http://schemas.openxmlformats.org/officeDocument/2006/relationships/notesSlide" Target="/ppt/notesSlides/notesSlide1.xml" Id="R7a92f0ed598640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race-line">
            <a:extLst xmlns:a="http://schemas.openxmlformats.org/drawingml/2006/main">
              <a:ext uri="{FF2B5EF4-FFF2-40B4-BE49-F238E27FC236}">
                <a16:creationId xmlns:a16="http://schemas.microsoft.com/office/drawing/2014/main" id="{7406C35B-CCEE-4F6A-ACA3-6EACA9A9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430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212B"/>
            </a:solidFill>
            <a:prstDash val="solid"/>
          </a:ln>
        </p:spPr>
      </p:sp>
      <p:sp>
        <p:nvSpPr>
          <p:cNvPr id="2" name="fork-stem">
            <a:extLst xmlns:a="http://schemas.openxmlformats.org/drawingml/2006/main">
              <a:ext uri="{FF2B5EF4-FFF2-40B4-BE49-F238E27FC236}">
                <a16:creationId xmlns:a16="http://schemas.microsoft.com/office/drawing/2014/main" id="{1FF9A54C-D455-47E4-B931-2F730267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343025"/>
            <a:ext cx="0" cy="1419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7212B"/>
            </a:solidFill>
            <a:prstDash val="solid"/>
          </a:ln>
        </p:spPr>
      </p:sp>
      <p:sp>
        <p:nvSpPr>
          <p:cNvPr id="3" name="fork-top">
            <a:extLst xmlns:a="http://schemas.openxmlformats.org/drawingml/2006/main">
              <a:ext uri="{FF2B5EF4-FFF2-40B4-BE49-F238E27FC236}">
                <a16:creationId xmlns:a16="http://schemas.microsoft.com/office/drawing/2014/main" id="{6D870BFE-7D53-451F-89D7-AD3CA5A0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514475"/>
            <a:ext cx="26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7212B"/>
            </a:solidFill>
            <a:prstDash val="solid"/>
          </a:ln>
        </p:spPr>
      </p:sp>
      <p:sp>
        <p:nvSpPr>
          <p:cNvPr id="4" name="fork-bottom">
            <a:extLst xmlns:a="http://schemas.openxmlformats.org/drawingml/2006/main">
              <a:ext uri="{FF2B5EF4-FFF2-40B4-BE49-F238E27FC236}">
                <a16:creationId xmlns:a16="http://schemas.microsoft.com/office/drawing/2014/main" id="{538AEC29-7007-4AEC-A273-32D52E8F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52725"/>
            <a:ext cx="266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7212B"/>
            </a:solidFill>
            <a:prstDash val="solid"/>
          </a:ln>
        </p:spPr>
      </p:sp>
      <p:sp>
        <p:nvSpPr>
          <p:cNvPr id="5" name="fork-top-head">
            <a:extLst xmlns:a="http://schemas.openxmlformats.org/drawingml/2006/main">
              <a:ext uri="{FF2B5EF4-FFF2-40B4-BE49-F238E27FC236}">
                <a16:creationId xmlns:a16="http://schemas.microsoft.com/office/drawing/2014/main" id="{15B77AFA-5B14-497C-AD60-DC72F920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990975" y="1476375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6" name="fork-bottom-head">
            <a:extLst xmlns:a="http://schemas.openxmlformats.org/drawingml/2006/main">
              <a:ext uri="{FF2B5EF4-FFF2-40B4-BE49-F238E27FC236}">
                <a16:creationId xmlns:a16="http://schemas.microsoft.com/office/drawing/2014/main" id="{E7B4A691-FF3D-4F8C-8BDB-4B5B351A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990975" y="2714625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7" name="recent-run">
            <a:extLst xmlns:a="http://schemas.openxmlformats.org/drawingml/2006/main">
              <a:ext uri="{FF2B5EF4-FFF2-40B4-BE49-F238E27FC236}">
                <a16:creationId xmlns:a16="http://schemas.microsoft.com/office/drawing/2014/main" id="{21F2612E-85A3-43A5-9B7C-FED2B904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514475"/>
            <a:ext cx="138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E6F9E"/>
            </a:solidFill>
            <a:prstDash val="solid"/>
          </a:ln>
        </p:spPr>
      </p:sp>
      <p:sp>
        <p:nvSpPr>
          <p:cNvPr id="8" name="recent-diagonal">
            <a:extLst xmlns:a="http://schemas.openxmlformats.org/drawingml/2006/main">
              <a:ext uri="{FF2B5EF4-FFF2-40B4-BE49-F238E27FC236}">
                <a16:creationId xmlns:a16="http://schemas.microsoft.com/office/drawing/2014/main" id="{88B8D4C5-F1DA-45E6-83B9-A19C235E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514475"/>
            <a:ext cx="55245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E6F9E"/>
            </a:solidFill>
            <a:prstDash val="solid"/>
          </a:ln>
        </p:spPr>
      </p:sp>
      <p:sp>
        <p:nvSpPr>
          <p:cNvPr id="9" name="recent-current-head">
            <a:extLst xmlns:a="http://schemas.openxmlformats.org/drawingml/2006/main">
              <a:ext uri="{FF2B5EF4-FFF2-40B4-BE49-F238E27FC236}">
                <a16:creationId xmlns:a16="http://schemas.microsoft.com/office/drawing/2014/main" id="{E763AA32-10B5-40EA-B0AF-3A7AB522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00000">
            <a:off x="7677150" y="1685925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E6F9E"/>
          </a:solidFill>
          <a:ln xmlns:a="http://schemas.openxmlformats.org/drawingml/2006/main" w="0">
            <a:solidFill>
              <a:srgbClr val="2E6F9E"/>
            </a:solidFill>
            <a:prstDash val="solid"/>
          </a:ln>
        </p:spPr>
      </p:sp>
      <p:sp>
        <p:nvSpPr>
          <p:cNvPr id="10" name="causal-to-e7">
            <a:extLst xmlns:a="http://schemas.openxmlformats.org/drawingml/2006/main">
              <a:ext uri="{FF2B5EF4-FFF2-40B4-BE49-F238E27FC236}">
                <a16:creationId xmlns:a16="http://schemas.microsoft.com/office/drawing/2014/main" id="{93AE3575-6336-47F4-B59B-3376D8B6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7527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45A14"/>
            </a:solidFill>
            <a:prstDash val="solid"/>
          </a:ln>
        </p:spPr>
      </p:sp>
      <p:sp>
        <p:nvSpPr>
          <p:cNvPr id="11" name="causal-e7-head">
            <a:extLst xmlns:a="http://schemas.openxmlformats.org/drawingml/2006/main">
              <a:ext uri="{FF2B5EF4-FFF2-40B4-BE49-F238E27FC236}">
                <a16:creationId xmlns:a16="http://schemas.microsoft.com/office/drawing/2014/main" id="{B5BB9E97-3EFC-41F8-87C4-AD286074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95975" y="2714625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45A14"/>
          </a:solidFill>
          <a:ln xmlns:a="http://schemas.openxmlformats.org/drawingml/2006/main" w="0">
            <a:solidFill>
              <a:srgbClr val="C45A14"/>
            </a:solidFill>
            <a:prstDash val="solid"/>
          </a:ln>
        </p:spPr>
      </p:sp>
      <p:sp>
        <p:nvSpPr>
          <p:cNvPr id="12" name="e7-current-horizontal">
            <a:extLst xmlns:a="http://schemas.openxmlformats.org/drawingml/2006/main">
              <a:ext uri="{FF2B5EF4-FFF2-40B4-BE49-F238E27FC236}">
                <a16:creationId xmlns:a16="http://schemas.microsoft.com/office/drawing/2014/main" id="{FC130CDC-0D9B-4ACD-93CD-15ADEB6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908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45A14"/>
            </a:solidFill>
            <a:prstDash val="solid"/>
          </a:ln>
        </p:spPr>
      </p:sp>
      <p:sp>
        <p:nvSpPr>
          <p:cNvPr id="13" name="e7-current-vertical">
            <a:extLst xmlns:a="http://schemas.openxmlformats.org/drawingml/2006/main">
              <a:ext uri="{FF2B5EF4-FFF2-40B4-BE49-F238E27FC236}">
                <a16:creationId xmlns:a16="http://schemas.microsoft.com/office/drawing/2014/main" id="{A84AA669-34FB-440C-A3CA-D8FF62D6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24025"/>
            <a:ext cx="0" cy="866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C45A14"/>
            </a:solidFill>
            <a:prstDash val="solid"/>
          </a:ln>
        </p:spPr>
      </p:sp>
      <p:sp>
        <p:nvSpPr>
          <p:cNvPr id="14" name="e7-current-head">
            <a:extLst xmlns:a="http://schemas.openxmlformats.org/drawingml/2006/main">
              <a:ext uri="{FF2B5EF4-FFF2-40B4-BE49-F238E27FC236}">
                <a16:creationId xmlns:a16="http://schemas.microsoft.com/office/drawing/2014/main" id="{9F08A7A7-9877-4A4B-98C9-385688C6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1676400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45A14"/>
          </a:solidFill>
          <a:ln xmlns:a="http://schemas.openxmlformats.org/drawingml/2006/main" w="0">
            <a:solidFill>
              <a:srgbClr val="C45A14"/>
            </a:solidFill>
            <a:prstDash val="solid"/>
          </a:ln>
        </p:spPr>
      </p:sp>
      <p:sp>
        <p:nvSpPr>
          <p:cNvPr id="15" name="current-action-stem">
            <a:extLst xmlns:a="http://schemas.openxmlformats.org/drawingml/2006/main">
              <a:ext uri="{FF2B5EF4-FFF2-40B4-BE49-F238E27FC236}">
                <a16:creationId xmlns:a16="http://schemas.microsoft.com/office/drawing/2014/main" id="{1775661C-BAF3-4620-AB14-983E4B8E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24025"/>
            <a:ext cx="9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7212B"/>
            </a:solidFill>
            <a:prstDash val="solid"/>
          </a:ln>
        </p:spPr>
      </p:sp>
      <p:sp>
        <p:nvSpPr>
          <p:cNvPr id="16" name="current-action-up">
            <a:extLst xmlns:a="http://schemas.openxmlformats.org/drawingml/2006/main">
              <a:ext uri="{FF2B5EF4-FFF2-40B4-BE49-F238E27FC236}">
                <a16:creationId xmlns:a16="http://schemas.microsoft.com/office/drawing/2014/main" id="{66A38DA5-1F4A-4603-8EC9-BAE84290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990600"/>
            <a:ext cx="0" cy="733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33A3A"/>
            </a:solidFill>
            <a:prstDash val="solid"/>
          </a:ln>
        </p:spPr>
      </p:sp>
      <p:sp>
        <p:nvSpPr>
          <p:cNvPr id="17" name="current-action-down">
            <a:extLst xmlns:a="http://schemas.openxmlformats.org/drawingml/2006/main">
              <a:ext uri="{FF2B5EF4-FFF2-40B4-BE49-F238E27FC236}">
                <a16:creationId xmlns:a16="http://schemas.microsoft.com/office/drawing/2014/main" id="{F5CACB05-BCF1-4E33-A8C2-932B0E08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2402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E7D4F"/>
            </a:solidFill>
            <a:prstDash val="solid"/>
          </a:ln>
        </p:spPr>
      </p:sp>
      <p:sp>
        <p:nvSpPr>
          <p:cNvPr id="18" name="current-action-up-out">
            <a:extLst xmlns:a="http://schemas.openxmlformats.org/drawingml/2006/main">
              <a:ext uri="{FF2B5EF4-FFF2-40B4-BE49-F238E27FC236}">
                <a16:creationId xmlns:a16="http://schemas.microsoft.com/office/drawing/2014/main" id="{0B964772-7478-4E01-854B-73C755E6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990600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B33A3A"/>
            </a:solidFill>
            <a:prstDash val="solid"/>
          </a:ln>
        </p:spPr>
      </p:sp>
      <p:sp>
        <p:nvSpPr>
          <p:cNvPr id="19" name="current-action-down-out">
            <a:extLst xmlns:a="http://schemas.openxmlformats.org/drawingml/2006/main">
              <a:ext uri="{FF2B5EF4-FFF2-40B4-BE49-F238E27FC236}">
                <a16:creationId xmlns:a16="http://schemas.microsoft.com/office/drawing/2014/main" id="{A7C9F19B-6660-477A-A6D8-F22016B7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384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E7D4F"/>
            </a:solidFill>
            <a:prstDash val="solid"/>
          </a:ln>
        </p:spPr>
      </p:sp>
      <p:sp>
        <p:nvSpPr>
          <p:cNvPr id="20" name="recent-action-head">
            <a:extLst xmlns:a="http://schemas.openxmlformats.org/drawingml/2006/main">
              <a:ext uri="{FF2B5EF4-FFF2-40B4-BE49-F238E27FC236}">
                <a16:creationId xmlns:a16="http://schemas.microsoft.com/office/drawing/2014/main" id="{C0AFCB28-852B-4879-A60E-C2CFF8A6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39200" y="952500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  <a:prstDash val="solid"/>
          </a:ln>
        </p:spPr>
      </p:sp>
      <p:sp>
        <p:nvSpPr>
          <p:cNvPr id="21" name="causal-action-head">
            <a:extLst xmlns:a="http://schemas.openxmlformats.org/drawingml/2006/main">
              <a:ext uri="{FF2B5EF4-FFF2-40B4-BE49-F238E27FC236}">
                <a16:creationId xmlns:a16="http://schemas.microsoft.com/office/drawing/2014/main" id="{104526E7-4EF6-41B0-82B1-A8EE4D62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39200" y="2600325"/>
            <a:ext cx="85725" cy="857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2E7D4F"/>
            </a:solidFill>
            <a:prstDash val="solid"/>
          </a:ln>
        </p:spPr>
      </p:sp>
      <p:sp>
        <p:nvSpPr>
          <p:cNvPr id="22" name="shared-prompt-title">
            <a:extLst xmlns:a="http://schemas.openxmlformats.org/drawingml/2006/main">
              <a:ext uri="{FF2B5EF4-FFF2-40B4-BE49-F238E27FC236}">
                <a16:creationId xmlns:a16="http://schemas.microsoft.com/office/drawing/2014/main" id="{A9B42570-4912-437A-94B9-49544301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809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Shared prompt</a:t>
            </a:r>
          </a:p>
        </p:txBody>
      </p:sp>
      <p:sp>
        <p:nvSpPr>
          <p:cNvPr id="23" name="goal-label">
            <a:extLst xmlns:a="http://schemas.openxmlformats.org/drawingml/2006/main">
              <a:ext uri="{FF2B5EF4-FFF2-40B4-BE49-F238E27FC236}">
                <a16:creationId xmlns:a16="http://schemas.microsoft.com/office/drawing/2014/main" id="{4EC935C0-3B1F-4F1A-8D32-17E06732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953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Goal</a:t>
            </a:r>
          </a:p>
        </p:txBody>
      </p:sp>
      <p:sp>
        <p:nvSpPr>
          <p:cNvPr id="24" name="goal-value">
            <a:extLst xmlns:a="http://schemas.openxmlformats.org/drawingml/2006/main">
              <a:ext uri="{FF2B5EF4-FFF2-40B4-BE49-F238E27FC236}">
                <a16:creationId xmlns:a16="http://schemas.microsoft.com/office/drawing/2014/main" id="{29F64F0A-A4FE-415C-AE00-6DA48F0E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pending shipment  →  SMS reminder</a:t>
            </a:r>
          </a:p>
        </p:txBody>
      </p:sp>
      <p:sp>
        <p:nvSpPr>
          <p:cNvPr id="25" name="trace-title">
            <a:extLst xmlns:a="http://schemas.openxmlformats.org/drawingml/2006/main">
              <a:ext uri="{FF2B5EF4-FFF2-40B4-BE49-F238E27FC236}">
                <a16:creationId xmlns:a16="http://schemas.microsoft.com/office/drawing/2014/main" id="{90C432F5-CBEF-4448-9807-CE019EC5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0010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Complete event trace</a:t>
            </a:r>
          </a:p>
        </p:txBody>
      </p:sp>
      <p:sp>
        <p:nvSpPr>
          <p:cNvPr id="26" name="trace-0-dot">
            <a:extLst xmlns:a="http://schemas.openxmlformats.org/drawingml/2006/main">
              <a:ext uri="{FF2B5EF4-FFF2-40B4-BE49-F238E27FC236}">
                <a16:creationId xmlns:a16="http://schemas.microsoft.com/office/drawing/2014/main" id="{75E99575-2A19-486A-88BC-2EAA7276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5F6"/>
          </a:solidFill>
          <a:ln xmlns:a="http://schemas.openxmlformats.org/drawingml/2006/main" w="14288">
            <a:solidFill>
              <a:srgbClr val="66727D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e1</a:t>
            </a:r>
          </a:p>
        </p:txBody>
      </p:sp>
      <p:sp>
        <p:nvSpPr>
          <p:cNvPr id="27" name="trace-1-dot">
            <a:extLst xmlns:a="http://schemas.openxmlformats.org/drawingml/2006/main">
              <a:ext uri="{FF2B5EF4-FFF2-40B4-BE49-F238E27FC236}">
                <a16:creationId xmlns:a16="http://schemas.microsoft.com/office/drawing/2014/main" id="{1E009E3F-4ED4-4193-9B27-D5F41714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5F6"/>
          </a:solidFill>
          <a:ln xmlns:a="http://schemas.openxmlformats.org/drawingml/2006/main" w="14288">
            <a:solidFill>
              <a:srgbClr val="66727D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28" name="trace-2-dot">
            <a:extLst xmlns:a="http://schemas.openxmlformats.org/drawingml/2006/main">
              <a:ext uri="{FF2B5EF4-FFF2-40B4-BE49-F238E27FC236}">
                <a16:creationId xmlns:a16="http://schemas.microsoft.com/office/drawing/2014/main" id="{855D64C7-1313-407D-8595-E111EDC5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5F6"/>
          </a:solidFill>
          <a:ln xmlns:a="http://schemas.openxmlformats.org/drawingml/2006/main" w="14288">
            <a:solidFill>
              <a:srgbClr val="66727D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e6</a:t>
            </a:r>
          </a:p>
        </p:txBody>
      </p:sp>
      <p:sp>
        <p:nvSpPr>
          <p:cNvPr id="29" name="trace-3-dot">
            <a:extLst xmlns:a="http://schemas.openxmlformats.org/drawingml/2006/main">
              <a:ext uri="{FF2B5EF4-FFF2-40B4-BE49-F238E27FC236}">
                <a16:creationId xmlns:a16="http://schemas.microsoft.com/office/drawing/2014/main" id="{B4C7246A-2C40-4564-8599-1D3FD570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7"/>
          </a:solidFill>
          <a:ln xmlns:a="http://schemas.openxmlformats.org/drawingml/2006/main" w="14288">
            <a:solidFill>
              <a:srgbClr val="C45A1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e7</a:t>
            </a:r>
          </a:p>
        </p:txBody>
      </p:sp>
      <p:sp>
        <p:nvSpPr>
          <p:cNvPr id="30" name="trace-4-dot">
            <a:extLst xmlns:a="http://schemas.openxmlformats.org/drawingml/2006/main">
              <a:ext uri="{FF2B5EF4-FFF2-40B4-BE49-F238E27FC236}">
                <a16:creationId xmlns:a16="http://schemas.microsoft.com/office/drawing/2014/main" id="{CADC5127-6A47-4CFA-8200-2DDBDD8B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5F6"/>
          </a:solidFill>
          <a:ln xmlns:a="http://schemas.openxmlformats.org/drawingml/2006/main" w="14288">
            <a:solidFill>
              <a:srgbClr val="66727D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e8</a:t>
            </a:r>
          </a:p>
        </p:txBody>
      </p:sp>
      <p:sp>
        <p:nvSpPr>
          <p:cNvPr id="31" name="trace-5-dot">
            <a:extLst xmlns:a="http://schemas.openxmlformats.org/drawingml/2006/main">
              <a:ext uri="{FF2B5EF4-FFF2-40B4-BE49-F238E27FC236}">
                <a16:creationId xmlns:a16="http://schemas.microsoft.com/office/drawing/2014/main" id="{5FE98C78-CD80-40F4-AD7F-D829BF09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5F6"/>
          </a:solidFill>
          <a:ln xmlns:a="http://schemas.openxmlformats.org/drawingml/2006/main" w="14288">
            <a:solidFill>
              <a:srgbClr val="66727D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32" name="trace-6-dot">
            <a:extLst xmlns:a="http://schemas.openxmlformats.org/drawingml/2006/main">
              <a:ext uri="{FF2B5EF4-FFF2-40B4-BE49-F238E27FC236}">
                <a16:creationId xmlns:a16="http://schemas.microsoft.com/office/drawing/2014/main" id="{6EBC596A-EB38-4378-8401-BAF3BCF7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e11</a:t>
            </a:r>
          </a:p>
        </p:txBody>
      </p:sp>
      <p:sp>
        <p:nvSpPr>
          <p:cNvPr id="33" name="trace-7-dot">
            <a:extLst xmlns:a="http://schemas.openxmlformats.org/drawingml/2006/main">
              <a:ext uri="{FF2B5EF4-FFF2-40B4-BE49-F238E27FC236}">
                <a16:creationId xmlns:a16="http://schemas.microsoft.com/office/drawing/2014/main" id="{076144F2-1115-4D84-A24C-A6F3AB51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34" name="trace-8-dot">
            <a:extLst xmlns:a="http://schemas.openxmlformats.org/drawingml/2006/main">
              <a:ext uri="{FF2B5EF4-FFF2-40B4-BE49-F238E27FC236}">
                <a16:creationId xmlns:a16="http://schemas.microsoft.com/office/drawing/2014/main" id="{8100205D-5BF4-40BF-A763-22DEFB77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e13</a:t>
            </a:r>
          </a:p>
        </p:txBody>
      </p:sp>
      <p:sp>
        <p:nvSpPr>
          <p:cNvPr id="35" name="trace-9-dot">
            <a:extLst xmlns:a="http://schemas.openxmlformats.org/drawingml/2006/main">
              <a:ext uri="{FF2B5EF4-FFF2-40B4-BE49-F238E27FC236}">
                <a16:creationId xmlns:a16="http://schemas.microsoft.com/office/drawing/2014/main" id="{C7B39A8B-6B01-4C88-86A1-94CB177C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162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e14</a:t>
            </a:r>
          </a:p>
        </p:txBody>
      </p:sp>
      <p:sp>
        <p:nvSpPr>
          <p:cNvPr id="36" name="summary-e6-id">
            <a:extLst xmlns:a="http://schemas.openxmlformats.org/drawingml/2006/main">
              <a:ext uri="{FF2B5EF4-FFF2-40B4-BE49-F238E27FC236}">
                <a16:creationId xmlns:a16="http://schemas.microsoft.com/office/drawing/2014/main" id="{14C95885-F8AF-4F31-91E3-9900FFC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5811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e6</a:t>
            </a:r>
          </a:p>
        </p:txBody>
      </p:sp>
      <p:sp>
        <p:nvSpPr>
          <p:cNvPr id="37" name="summary-e6-text">
            <a:extLst xmlns:a="http://schemas.openxmlformats.org/drawingml/2006/main">
              <a:ext uri="{FF2B5EF4-FFF2-40B4-BE49-F238E27FC236}">
                <a16:creationId xmlns:a16="http://schemas.microsoft.com/office/drawing/2014/main" id="{29724644-62B5-4C9E-BD6A-467BBA0C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open pending orders</a:t>
            </a:r>
          </a:p>
        </p:txBody>
      </p:sp>
      <p:sp>
        <p:nvSpPr>
          <p:cNvPr id="38" name="summary-e7-id">
            <a:extLst xmlns:a="http://schemas.openxmlformats.org/drawingml/2006/main">
              <a:ext uri="{FF2B5EF4-FFF2-40B4-BE49-F238E27FC236}">
                <a16:creationId xmlns:a16="http://schemas.microsoft.com/office/drawing/2014/main" id="{0B04DDBB-7DBD-4C3F-8FE5-52D436E6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838325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e7</a:t>
            </a:r>
          </a:p>
        </p:txBody>
      </p:sp>
      <p:sp>
        <p:nvSpPr>
          <p:cNvPr id="39" name="summary-e7-text">
            <a:extLst xmlns:a="http://schemas.openxmlformats.org/drawingml/2006/main">
              <a:ext uri="{FF2B5EF4-FFF2-40B4-BE49-F238E27FC236}">
                <a16:creationId xmlns:a16="http://schemas.microsoft.com/office/drawing/2014/main" id="{845BB38F-F39C-481E-A09D-B133DC44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inspect item + order ID</a:t>
            </a:r>
          </a:p>
        </p:txBody>
      </p:sp>
      <p:sp>
        <p:nvSpPr>
          <p:cNvPr id="40" name="summary-e8-id">
            <a:extLst xmlns:a="http://schemas.openxmlformats.org/drawingml/2006/main">
              <a:ext uri="{FF2B5EF4-FFF2-40B4-BE49-F238E27FC236}">
                <a16:creationId xmlns:a16="http://schemas.microsoft.com/office/drawing/2014/main" id="{82ED315B-F591-45B4-B1C9-14BE9152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095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27D"/>
                </a:solidFill>
                <a:latin typeface="Arial"/>
                <a:ea typeface="Arial"/>
                <a:cs typeface="Arial"/>
              </a:rPr>
              <a:t>e8</a:t>
            </a:r>
          </a:p>
        </p:txBody>
      </p:sp>
      <p:sp>
        <p:nvSpPr>
          <p:cNvPr id="41" name="summary-e8-text">
            <a:extLst xmlns:a="http://schemas.openxmlformats.org/drawingml/2006/main">
              <a:ext uri="{FF2B5EF4-FFF2-40B4-BE49-F238E27FC236}">
                <a16:creationId xmlns:a16="http://schemas.microsoft.com/office/drawing/2014/main" id="{70D49823-48B6-4ED1-83DC-B655CB1F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switch to Messages</a:t>
            </a:r>
          </a:p>
        </p:txBody>
      </p:sp>
      <p:sp>
        <p:nvSpPr>
          <p:cNvPr id="42" name="summary-e12-id">
            <a:extLst xmlns:a="http://schemas.openxmlformats.org/drawingml/2006/main">
              <a:ext uri="{FF2B5EF4-FFF2-40B4-BE49-F238E27FC236}">
                <a16:creationId xmlns:a16="http://schemas.microsoft.com/office/drawing/2014/main" id="{12B72A54-2BEE-458E-9EEB-40AA1EBC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52675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43" name="summary-e12-text">
            <a:extLst xmlns:a="http://schemas.openxmlformats.org/drawingml/2006/main">
              <a:ext uri="{FF2B5EF4-FFF2-40B4-BE49-F238E27FC236}">
                <a16:creationId xmlns:a16="http://schemas.microsoft.com/office/drawing/2014/main" id="{62AEB2E7-7076-411E-B294-FDEEF030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choose recipient</a:t>
            </a:r>
          </a:p>
        </p:txBody>
      </p:sp>
      <p:sp>
        <p:nvSpPr>
          <p:cNvPr id="44" name="summary-e14-id">
            <a:extLst xmlns:a="http://schemas.openxmlformats.org/drawingml/2006/main">
              <a:ext uri="{FF2B5EF4-FFF2-40B4-BE49-F238E27FC236}">
                <a16:creationId xmlns:a16="http://schemas.microsoft.com/office/drawing/2014/main" id="{66112484-A71D-4628-810B-8423CA4E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098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e14</a:t>
            </a:r>
          </a:p>
        </p:txBody>
      </p:sp>
      <p:sp>
        <p:nvSpPr>
          <p:cNvPr id="45" name="summary-e14-text">
            <a:extLst xmlns:a="http://schemas.openxmlformats.org/drawingml/2006/main">
              <a:ext uri="{FF2B5EF4-FFF2-40B4-BE49-F238E27FC236}">
                <a16:creationId xmlns:a16="http://schemas.microsoft.com/office/drawing/2014/main" id="{F9B1F09C-930C-412D-BF3C-5D3BCA06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focus composer</a:t>
            </a:r>
          </a:p>
        </p:txBody>
      </p:sp>
      <p:sp>
        <p:nvSpPr>
          <p:cNvPr id="46" name="recent-label">
            <a:extLst xmlns:a="http://schemas.openxmlformats.org/drawingml/2006/main">
              <a:ext uri="{FF2B5EF4-FFF2-40B4-BE49-F238E27FC236}">
                <a16:creationId xmlns:a16="http://schemas.microsoft.com/office/drawing/2014/main" id="{377479B6-77D9-477C-8BF8-FC9E8F3B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0668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57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Recent-4</a:t>
            </a:r>
          </a:p>
        </p:txBody>
      </p:sp>
      <p:sp>
        <p:nvSpPr>
          <p:cNvPr id="47" name="recent-e11-dot">
            <a:extLst xmlns:a="http://schemas.openxmlformats.org/drawingml/2006/main">
              <a:ext uri="{FF2B5EF4-FFF2-40B4-BE49-F238E27FC236}">
                <a16:creationId xmlns:a16="http://schemas.microsoft.com/office/drawing/2014/main" id="{4B0AA075-C987-4A11-B7EC-B289BD56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430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e11</a:t>
            </a:r>
          </a:p>
        </p:txBody>
      </p:sp>
      <p:sp>
        <p:nvSpPr>
          <p:cNvPr id="48" name="recent-e12-dot">
            <a:extLst xmlns:a="http://schemas.openxmlformats.org/drawingml/2006/main">
              <a:ext uri="{FF2B5EF4-FFF2-40B4-BE49-F238E27FC236}">
                <a16:creationId xmlns:a16="http://schemas.microsoft.com/office/drawing/2014/main" id="{69EF4AA2-9CCF-445E-8153-CDCE57F1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3430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49" name="recent-e13-dot">
            <a:extLst xmlns:a="http://schemas.openxmlformats.org/drawingml/2006/main">
              <a:ext uri="{FF2B5EF4-FFF2-40B4-BE49-F238E27FC236}">
                <a16:creationId xmlns:a16="http://schemas.microsoft.com/office/drawing/2014/main" id="{E90C362C-A1D6-4BE7-8CEB-E9E2A700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430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e13</a:t>
            </a:r>
          </a:p>
        </p:txBody>
      </p:sp>
      <p:sp>
        <p:nvSpPr>
          <p:cNvPr id="50" name="recent-e14-dot">
            <a:extLst xmlns:a="http://schemas.openxmlformats.org/drawingml/2006/main">
              <a:ext uri="{FF2B5EF4-FFF2-40B4-BE49-F238E27FC236}">
                <a16:creationId xmlns:a16="http://schemas.microsoft.com/office/drawing/2014/main" id="{805890C2-A385-471E-A22F-7E491190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3430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e14</a:t>
            </a:r>
          </a:p>
        </p:txBody>
      </p:sp>
      <p:sp>
        <p:nvSpPr>
          <p:cNvPr id="51" name="causal-label">
            <a:extLst xmlns:a="http://schemas.openxmlformats.org/drawingml/2006/main">
              <a:ext uri="{FF2B5EF4-FFF2-40B4-BE49-F238E27FC236}">
                <a16:creationId xmlns:a16="http://schemas.microsoft.com/office/drawing/2014/main" id="{F43058FD-F2E2-4D45-A0F0-7937BDF0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95525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57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CausalCache</a:t>
            </a:r>
          </a:p>
        </p:txBody>
      </p:sp>
      <p:sp>
        <p:nvSpPr>
          <p:cNvPr id="52" name="causal-e6-dot">
            <a:extLst xmlns:a="http://schemas.openxmlformats.org/drawingml/2006/main">
              <a:ext uri="{FF2B5EF4-FFF2-40B4-BE49-F238E27FC236}">
                <a16:creationId xmlns:a16="http://schemas.microsoft.com/office/drawing/2014/main" id="{9684E93E-8A5E-4B86-AD80-38677541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812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7"/>
          </a:solidFill>
          <a:ln xmlns:a="http://schemas.openxmlformats.org/drawingml/2006/main" w="14288">
            <a:solidFill>
              <a:srgbClr val="C45A1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e6</a:t>
            </a:r>
          </a:p>
        </p:txBody>
      </p:sp>
      <p:sp>
        <p:nvSpPr>
          <p:cNvPr id="53" name="causal-e7-dot">
            <a:extLst xmlns:a="http://schemas.openxmlformats.org/drawingml/2006/main">
              <a:ext uri="{FF2B5EF4-FFF2-40B4-BE49-F238E27FC236}">
                <a16:creationId xmlns:a16="http://schemas.microsoft.com/office/drawing/2014/main" id="{521458AB-53BE-4166-9D74-C93F3D1C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812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7"/>
          </a:solidFill>
          <a:ln xmlns:a="http://schemas.openxmlformats.org/drawingml/2006/main" w="14288">
            <a:solidFill>
              <a:srgbClr val="C45A1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e7</a:t>
            </a:r>
          </a:p>
        </p:txBody>
      </p:sp>
      <p:sp>
        <p:nvSpPr>
          <p:cNvPr id="54" name="causal-e8-dot">
            <a:extLst xmlns:a="http://schemas.openxmlformats.org/drawingml/2006/main">
              <a:ext uri="{FF2B5EF4-FFF2-40B4-BE49-F238E27FC236}">
                <a16:creationId xmlns:a16="http://schemas.microsoft.com/office/drawing/2014/main" id="{FF618102-7C71-47BB-836B-EC3EBF48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812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7"/>
          </a:solidFill>
          <a:ln xmlns:a="http://schemas.openxmlformats.org/drawingml/2006/main" w="14288">
            <a:solidFill>
              <a:srgbClr val="C45A1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e8</a:t>
            </a:r>
          </a:p>
        </p:txBody>
      </p:sp>
      <p:sp>
        <p:nvSpPr>
          <p:cNvPr id="55" name="causal-e12-dot">
            <a:extLst xmlns:a="http://schemas.openxmlformats.org/drawingml/2006/main">
              <a:ext uri="{FF2B5EF4-FFF2-40B4-BE49-F238E27FC236}">
                <a16:creationId xmlns:a16="http://schemas.microsoft.com/office/drawing/2014/main" id="{AAC720B7-90BB-465C-A910-03801A33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812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e12</a:t>
            </a:r>
          </a:p>
        </p:txBody>
      </p:sp>
      <p:sp>
        <p:nvSpPr>
          <p:cNvPr id="56" name="e7-label">
            <a:extLst xmlns:a="http://schemas.openxmlformats.org/drawingml/2006/main">
              <a:ext uri="{FF2B5EF4-FFF2-40B4-BE49-F238E27FC236}">
                <a16:creationId xmlns:a16="http://schemas.microsoft.com/office/drawing/2014/main" id="{B30118E8-AE60-49C2-ABE5-04845851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68592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e7 restored</a:t>
            </a:r>
          </a:p>
        </p:txBody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28ad662d5f4960"/>
          <a:stretch xmlns:a="http://schemas.openxmlformats.org/drawingml/2006/main"/>
        </p:blipFill>
        <p:spPr>
          <a:xfrm xmlns:a="http://schemas.openxmlformats.org/drawingml/2006/main">
            <a:off x="6135135" y="1943100"/>
            <a:ext cx="1207604" cy="1285875"/>
          </a:xfrm>
          <a:prstGeom xmlns:a="http://schemas.openxmlformats.org/drawingml/2006/main" prst="rect">
            <a:avLst/>
          </a:prstGeom>
        </p:spPr>
      </p:pic>
      <p:sp>
        <p:nvSpPr>
          <p:cNvPr id="58" name="e7-image-border">
            <a:extLst xmlns:a="http://schemas.openxmlformats.org/drawingml/2006/main">
              <a:ext uri="{FF2B5EF4-FFF2-40B4-BE49-F238E27FC236}">
                <a16:creationId xmlns:a16="http://schemas.microsoft.com/office/drawing/2014/main" id="{828A0895-FBB0-43FF-A307-73ABAF4C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924050"/>
            <a:ext cx="1609725" cy="1323975"/>
          </a:xfrm>
          <a:prstGeom xmlns:a="http://schemas.openxmlformats.org/drawingml/2006/main" prst="roundRect">
            <a:avLst>
              <a:gd name="adj" fmla="val 28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45A14"/>
            </a:solidFill>
            <a:prstDash val="solid"/>
          </a:ln>
        </p:spPr>
      </p:sp>
      <p:sp>
        <p:nvSpPr>
          <p:cNvPr id="59" name="current-label">
            <a:extLst xmlns:a="http://schemas.openxmlformats.org/drawingml/2006/main">
              <a:ext uri="{FF2B5EF4-FFF2-40B4-BE49-F238E27FC236}">
                <a16:creationId xmlns:a16="http://schemas.microsoft.com/office/drawing/2014/main" id="{9E0BB765-D725-4D0F-B594-5329DFD9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200150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pic>
        <p:nvPicPr>
          <p:cNvPr id="1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cfe2eff14408"/>
          <a:stretch xmlns:a="http://schemas.openxmlformats.org/drawingml/2006/main"/>
        </p:blipFill>
        <p:spPr>
          <a:xfrm xmlns:a="http://schemas.openxmlformats.org/drawingml/2006/main">
            <a:off x="7715250" y="1553633"/>
            <a:ext cx="952500" cy="264583"/>
          </a:xfrm>
          <a:prstGeom xmlns:a="http://schemas.openxmlformats.org/drawingml/2006/main" prst="rect">
            <a:avLst/>
          </a:prstGeom>
        </p:spPr>
      </p:pic>
      <p:sp>
        <p:nvSpPr>
          <p:cNvPr id="61" name="current-image-border">
            <a:extLst xmlns:a="http://schemas.openxmlformats.org/drawingml/2006/main">
              <a:ext uri="{FF2B5EF4-FFF2-40B4-BE49-F238E27FC236}">
                <a16:creationId xmlns:a16="http://schemas.microsoft.com/office/drawing/2014/main" id="{650A2D95-FA2E-4BA7-AD50-E55BEE78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19225"/>
            <a:ext cx="990600" cy="533400"/>
          </a:xfrm>
          <a:prstGeom xmlns:a="http://schemas.openxmlformats.org/drawingml/2006/main" prst="roundRect">
            <a:avLst>
              <a:gd name="adj" fmla="val 5357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7212B"/>
            </a:solidFill>
            <a:prstDash val="solid"/>
          </a:ln>
        </p:spPr>
      </p:sp>
      <p:sp>
        <p:nvSpPr>
          <p:cNvPr id="62" name="recent-action-label">
            <a:extLst xmlns:a="http://schemas.openxmlformats.org/drawingml/2006/main">
              <a:ext uri="{FF2B5EF4-FFF2-40B4-BE49-F238E27FC236}">
                <a16:creationId xmlns:a16="http://schemas.microsoft.com/office/drawing/2014/main" id="{768912DE-ECC4-47CA-9908-F21841DC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350" b="1">
                <a:solidFill>
                  <a:srgbClr val="2E6F9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E6F9E"/>
                </a:solidFill>
                <a:latin typeface="Arial"/>
                <a:ea typeface="Arial"/>
                <a:cs typeface="Arial"/>
              </a:rPr>
              <a:t>Recent-4</a:t>
            </a:r>
          </a:p>
        </p:txBody>
      </p:sp>
      <p:sp>
        <p:nvSpPr>
          <p:cNvPr id="63" name="recent-cross">
            <a:extLst xmlns:a="http://schemas.openxmlformats.org/drawingml/2006/main">
              <a:ext uri="{FF2B5EF4-FFF2-40B4-BE49-F238E27FC236}">
                <a16:creationId xmlns:a16="http://schemas.microsoft.com/office/drawing/2014/main" id="{0E02D744-9CF8-4343-8A08-1CD79E79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86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4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33A3A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64" name="recent-action">
            <a:extLst xmlns:a="http://schemas.openxmlformats.org/drawingml/2006/main">
              <a:ext uri="{FF2B5EF4-FFF2-40B4-BE49-F238E27FC236}">
                <a16:creationId xmlns:a16="http://schemas.microsoft.com/office/drawing/2014/main" id="{67A8085D-1AA4-4BBA-BB66-81BB6E08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1500"/>
            <a:ext cx="142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type: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Women's Cotton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Short Sleeve T-shirt,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202306010001</a:t>
            </a:r>
          </a:p>
        </p:txBody>
      </p:sp>
      <p:sp>
        <p:nvSpPr>
          <p:cNvPr id="65" name="recent-result-rule">
            <a:extLst xmlns:a="http://schemas.openxmlformats.org/drawingml/2006/main">
              <a:ext uri="{FF2B5EF4-FFF2-40B4-BE49-F238E27FC236}">
                <a16:creationId xmlns:a16="http://schemas.microsoft.com/office/drawing/2014/main" id="{07533E0F-AC24-458E-AC7B-EAA3BE38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954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DF1"/>
            </a:solidFill>
            <a:prstDash val="solid"/>
          </a:ln>
        </p:spPr>
      </p:sp>
      <p:sp>
        <p:nvSpPr>
          <p:cNvPr id="66" name="causal-action-label">
            <a:extLst xmlns:a="http://schemas.openxmlformats.org/drawingml/2006/main">
              <a:ext uri="{FF2B5EF4-FFF2-40B4-BE49-F238E27FC236}">
                <a16:creationId xmlns:a16="http://schemas.microsoft.com/office/drawing/2014/main" id="{3954EE80-1CC3-44CE-A1DB-9388B24C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24050"/>
            <a:ext cx="112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350" b="1">
                <a:solidFill>
                  <a:srgbClr val="C45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45A14"/>
                </a:solidFill>
                <a:latin typeface="Arial"/>
                <a:ea typeface="Arial"/>
                <a:cs typeface="Arial"/>
              </a:rPr>
              <a:t>CausalCache</a:t>
            </a:r>
          </a:p>
        </p:txBody>
      </p:sp>
      <p:sp>
        <p:nvSpPr>
          <p:cNvPr id="67" name="causal-check">
            <a:extLst xmlns:a="http://schemas.openxmlformats.org/drawingml/2006/main">
              <a:ext uri="{FF2B5EF4-FFF2-40B4-BE49-F238E27FC236}">
                <a16:creationId xmlns:a16="http://schemas.microsoft.com/office/drawing/2014/main" id="{6EFB5E33-F4DB-46A0-A6BE-1D1BDE10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1885950"/>
            <a:ext cx="2952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68" name="causal-action">
            <a:extLst xmlns:a="http://schemas.openxmlformats.org/drawingml/2006/main">
              <a:ext uri="{FF2B5EF4-FFF2-40B4-BE49-F238E27FC236}">
                <a16:creationId xmlns:a16="http://schemas.microsoft.com/office/drawing/2014/main" id="{E2D38684-84C8-45BE-888A-0116BACD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09800"/>
            <a:ext cx="142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type: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经典白色T恤,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保湿面霜套装,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3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639281475036294</a:t>
            </a:r>
          </a:p>
        </p:txBody>
      </p:sp>
      <p:sp>
        <p:nvSpPr>
          <p:cNvPr id="69" name="causal-result-rule">
            <a:extLst xmlns:a="http://schemas.openxmlformats.org/drawingml/2006/main">
              <a:ext uri="{FF2B5EF4-FFF2-40B4-BE49-F238E27FC236}">
                <a16:creationId xmlns:a16="http://schemas.microsoft.com/office/drawing/2014/main" id="{F979257B-A37D-4587-AB3B-FD8B2706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67050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DF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3227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2026-07-28T05:39:35.3570000Z</dcterms:created>
  <dcterms:modified xsi:type="dcterms:W3CDTF">2026-07-28T05:39:35.3570000Z</dcterms:modified>
</coreProperties>
</file>