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14300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1069848" y="1536192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4" name="Shape 2"/>
          <p:cNvSpPr/>
          <p:nvPr/>
        </p:nvSpPr>
        <p:spPr>
          <a:xfrm>
            <a:off x="1572768" y="114300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636776" y="1536192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6" name="Shape 4"/>
          <p:cNvSpPr/>
          <p:nvPr/>
        </p:nvSpPr>
        <p:spPr>
          <a:xfrm>
            <a:off x="2139696" y="114300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203704" y="1536192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8" name="Shape 6"/>
          <p:cNvSpPr/>
          <p:nvPr/>
        </p:nvSpPr>
        <p:spPr>
          <a:xfrm>
            <a:off x="2706624" y="114300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770632" y="1536192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0" name="Shape 8"/>
          <p:cNvSpPr/>
          <p:nvPr/>
        </p:nvSpPr>
        <p:spPr>
          <a:xfrm>
            <a:off x="3273552" y="114300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337560" y="1536192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0" y="114300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904488" y="1536192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4" name="Shape 12"/>
          <p:cNvSpPr/>
          <p:nvPr/>
        </p:nvSpPr>
        <p:spPr>
          <a:xfrm>
            <a:off x="4407408" y="114300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471416" y="1536192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6" name="Shape 14"/>
          <p:cNvSpPr/>
          <p:nvPr/>
        </p:nvSpPr>
        <p:spPr>
          <a:xfrm>
            <a:off x="4974336" y="114300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038344" y="1536192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8" name="Shape 16"/>
          <p:cNvSpPr/>
          <p:nvPr/>
        </p:nvSpPr>
        <p:spPr>
          <a:xfrm>
            <a:off x="5541264" y="114300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605272" y="1536192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20" name="Shape 18"/>
          <p:cNvSpPr/>
          <p:nvPr/>
        </p:nvSpPr>
        <p:spPr>
          <a:xfrm>
            <a:off x="6108192" y="114300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172200" y="1536192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22" name="Shape 20"/>
          <p:cNvSpPr/>
          <p:nvPr/>
        </p:nvSpPr>
        <p:spPr>
          <a:xfrm>
            <a:off x="6675120" y="114300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739128" y="1536192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24" name="Shape 22"/>
          <p:cNvSpPr/>
          <p:nvPr/>
        </p:nvSpPr>
        <p:spPr>
          <a:xfrm>
            <a:off x="7242048" y="114300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306056" y="1536192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" y="128930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98848" y="566928"/>
            <a:ext cx="274320" cy="402336"/>
          </a:xfrm>
          <a:prstGeom prst="roundRect">
            <a:avLst>
              <a:gd name="adj" fmla="val 10000"/>
            </a:avLst>
          </a:prstGeom>
          <a:solidFill>
            <a:srgbClr val="FCE8D5"/>
          </a:solidFill>
          <a:ln w="25400">
            <a:solidFill>
              <a:srgbClr val="C85A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62856" y="658368"/>
            <a:ext cx="146304" cy="0"/>
          </a:xfrm>
          <a:prstGeom prst="line">
            <a:avLst/>
          </a:prstGeom>
          <a:noFill/>
          <a:ln w="15875">
            <a:solidFill>
              <a:srgbClr val="C85A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62856" y="740664"/>
            <a:ext cx="146304" cy="0"/>
          </a:xfrm>
          <a:prstGeom prst="line">
            <a:avLst/>
          </a:prstGeom>
          <a:noFill/>
          <a:ln w="15875">
            <a:solidFill>
              <a:srgbClr val="C85A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62856" y="822960"/>
            <a:ext cx="82296" cy="0"/>
          </a:xfrm>
          <a:prstGeom prst="line">
            <a:avLst/>
          </a:prstGeom>
          <a:noFill/>
          <a:ln w="15875">
            <a:solidFill>
              <a:srgbClr val="C85A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8728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e7: order no. visible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06624" y="1819656"/>
            <a:ext cx="2724912" cy="0"/>
          </a:xfrm>
          <a:prstGeom prst="line">
            <a:avLst/>
          </a:prstGeom>
          <a:noFill/>
          <a:ln w="12700">
            <a:solidFill>
              <a:srgbClr val="66727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06624" y="1764792"/>
            <a:ext cx="0" cy="54864"/>
          </a:xfrm>
          <a:prstGeom prst="line">
            <a:avLst/>
          </a:prstGeom>
          <a:noFill/>
          <a:ln w="12700">
            <a:solidFill>
              <a:srgbClr val="66727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31536" y="1764792"/>
            <a:ext cx="0" cy="54864"/>
          </a:xfrm>
          <a:prstGeom prst="line">
            <a:avLst/>
          </a:prstGeom>
          <a:noFill/>
          <a:ln w="12700">
            <a:solidFill>
              <a:srgbClr val="66727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18562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app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541264" y="1819656"/>
            <a:ext cx="2157984" cy="0"/>
          </a:xfrm>
          <a:prstGeom prst="line">
            <a:avLst/>
          </a:prstGeom>
          <a:noFill/>
          <a:ln w="12700">
            <a:solidFill>
              <a:srgbClr val="66727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41264" y="1764792"/>
            <a:ext cx="0" cy="54864"/>
          </a:xfrm>
          <a:prstGeom prst="line">
            <a:avLst/>
          </a:prstGeom>
          <a:noFill/>
          <a:ln w="12700">
            <a:solidFill>
              <a:srgbClr val="66727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9248" y="1764792"/>
            <a:ext cx="0" cy="54864"/>
          </a:xfrm>
          <a:prstGeom prst="line">
            <a:avLst/>
          </a:prstGeom>
          <a:noFill/>
          <a:ln w="12700">
            <a:solidFill>
              <a:srgbClr val="66727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05856" y="18562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app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028432" y="80467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28432" y="1042416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821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28432" y="1042416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253728" y="969264"/>
            <a:ext cx="804672" cy="329184"/>
          </a:xfrm>
          <a:prstGeom prst="roundRect">
            <a:avLst>
              <a:gd name="adj" fmla="val 50000"/>
            </a:avLst>
          </a:prstGeom>
          <a:solidFill>
            <a:srgbClr val="18212B"/>
          </a:solidFill>
          <a:ln/>
        </p:spPr>
      </p:sp>
      <p:sp>
        <p:nvSpPr>
          <p:cNvPr id="44" name="Text 42"/>
          <p:cNvSpPr/>
          <p:nvPr/>
        </p:nvSpPr>
        <p:spPr>
          <a:xfrm>
            <a:off x="9253728" y="96926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05840" y="2286000"/>
            <a:ext cx="5120640" cy="292608"/>
          </a:xfrm>
          <a:prstGeom prst="roundRect">
            <a:avLst>
              <a:gd name="adj" fmla="val 12500"/>
            </a:avLst>
          </a:prstGeom>
          <a:solidFill>
            <a:srgbClr val="F0F2F4"/>
          </a:solidFill>
          <a:ln w="12700">
            <a:solidFill>
              <a:srgbClr val="66727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22860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 stay as one-line text summaries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8288" y="327355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6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Recent-4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05840" y="312724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069848" y="352044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50" name="Shape 48"/>
          <p:cNvSpPr/>
          <p:nvPr/>
        </p:nvSpPr>
        <p:spPr>
          <a:xfrm>
            <a:off x="1572768" y="312724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1636776" y="352044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52" name="Shape 50"/>
          <p:cNvSpPr/>
          <p:nvPr/>
        </p:nvSpPr>
        <p:spPr>
          <a:xfrm>
            <a:off x="2139696" y="312724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2203704" y="352044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54" name="Shape 52"/>
          <p:cNvSpPr/>
          <p:nvPr/>
        </p:nvSpPr>
        <p:spPr>
          <a:xfrm>
            <a:off x="2706624" y="312724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2770632" y="352044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312724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3337560" y="352044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58" name="Shape 56"/>
          <p:cNvSpPr/>
          <p:nvPr/>
        </p:nvSpPr>
        <p:spPr>
          <a:xfrm>
            <a:off x="3840480" y="312724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3904488" y="352044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60" name="Shape 58"/>
          <p:cNvSpPr/>
          <p:nvPr/>
        </p:nvSpPr>
        <p:spPr>
          <a:xfrm>
            <a:off x="4407408" y="312724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4471416" y="352044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62" name="Shape 60"/>
          <p:cNvSpPr/>
          <p:nvPr/>
        </p:nvSpPr>
        <p:spPr>
          <a:xfrm>
            <a:off x="4974336" y="312724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5038344" y="352044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64" name="Shape 62"/>
          <p:cNvSpPr/>
          <p:nvPr/>
        </p:nvSpPr>
        <p:spPr>
          <a:xfrm>
            <a:off x="5541264" y="312724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DCEAF5"/>
          </a:solidFill>
          <a:ln w="28575">
            <a:solidFill>
              <a:srgbClr val="1769A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05272" y="352044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66" name="Shape 64"/>
          <p:cNvSpPr/>
          <p:nvPr/>
        </p:nvSpPr>
        <p:spPr>
          <a:xfrm>
            <a:off x="6108192" y="312724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DCEAF5"/>
          </a:solidFill>
          <a:ln w="28575">
            <a:solidFill>
              <a:srgbClr val="1769A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72200" y="352044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68" name="Shape 66"/>
          <p:cNvSpPr/>
          <p:nvPr/>
        </p:nvSpPr>
        <p:spPr>
          <a:xfrm>
            <a:off x="6675120" y="312724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DCEAF5"/>
          </a:solidFill>
          <a:ln w="28575">
            <a:solidFill>
              <a:srgbClr val="1769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39128" y="352044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70" name="Shape 68"/>
          <p:cNvSpPr/>
          <p:nvPr/>
        </p:nvSpPr>
        <p:spPr>
          <a:xfrm>
            <a:off x="7242048" y="312724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DCEAF5"/>
          </a:solidFill>
          <a:ln w="28575">
            <a:solidFill>
              <a:srgbClr val="1769A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306056" y="352044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72" name="Text 70"/>
          <p:cNvSpPr/>
          <p:nvPr/>
        </p:nvSpPr>
        <p:spPr>
          <a:xfrm>
            <a:off x="18288" y="437083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CAUSALCACHE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005840" y="422452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1069848" y="461772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75" name="Shape 73"/>
          <p:cNvSpPr/>
          <p:nvPr/>
        </p:nvSpPr>
        <p:spPr>
          <a:xfrm>
            <a:off x="1572768" y="422452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1636776" y="461772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77" name="Shape 75"/>
          <p:cNvSpPr/>
          <p:nvPr/>
        </p:nvSpPr>
        <p:spPr>
          <a:xfrm>
            <a:off x="2139696" y="422452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2203704" y="461772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79" name="Shape 77"/>
          <p:cNvSpPr/>
          <p:nvPr/>
        </p:nvSpPr>
        <p:spPr>
          <a:xfrm>
            <a:off x="2706624" y="422452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2770632" y="461772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81" name="Shape 79"/>
          <p:cNvSpPr/>
          <p:nvPr/>
        </p:nvSpPr>
        <p:spPr>
          <a:xfrm>
            <a:off x="3273552" y="422452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3337560" y="461772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83" name="Shape 81"/>
          <p:cNvSpPr/>
          <p:nvPr/>
        </p:nvSpPr>
        <p:spPr>
          <a:xfrm>
            <a:off x="3840480" y="422452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>
            <a:off x="3904488" y="461772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85" name="Shape 83"/>
          <p:cNvSpPr/>
          <p:nvPr/>
        </p:nvSpPr>
        <p:spPr>
          <a:xfrm>
            <a:off x="4407408" y="422452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CE8D5"/>
          </a:solidFill>
          <a:ln w="28575">
            <a:solidFill>
              <a:srgbClr val="C85A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471416" y="461772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87" name="Shape 85"/>
          <p:cNvSpPr/>
          <p:nvPr/>
        </p:nvSpPr>
        <p:spPr>
          <a:xfrm>
            <a:off x="4974336" y="422452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5038344" y="461772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89" name="Shape 87"/>
          <p:cNvSpPr/>
          <p:nvPr/>
        </p:nvSpPr>
        <p:spPr>
          <a:xfrm>
            <a:off x="5541264" y="422452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5605272" y="461772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91" name="Shape 89"/>
          <p:cNvSpPr/>
          <p:nvPr/>
        </p:nvSpPr>
        <p:spPr>
          <a:xfrm>
            <a:off x="6108192" y="422452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DCEAF5"/>
          </a:solidFill>
          <a:ln w="28575">
            <a:solidFill>
              <a:srgbClr val="1769A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72200" y="461772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93" name="Shape 91"/>
          <p:cNvSpPr/>
          <p:nvPr/>
        </p:nvSpPr>
        <p:spPr>
          <a:xfrm>
            <a:off x="6675120" y="422452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DCEAF5"/>
          </a:solidFill>
          <a:ln w="28575">
            <a:solidFill>
              <a:srgbClr val="1769A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739128" y="461772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95" name="Shape 93"/>
          <p:cNvSpPr/>
          <p:nvPr/>
        </p:nvSpPr>
        <p:spPr>
          <a:xfrm>
            <a:off x="7242048" y="422452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DCEAF5"/>
          </a:solidFill>
          <a:ln w="28575">
            <a:solidFill>
              <a:srgbClr val="1769A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06056" y="4617720"/>
            <a:ext cx="329184" cy="100584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97" name="Text 95"/>
          <p:cNvSpPr/>
          <p:nvPr/>
        </p:nvSpPr>
        <p:spPr>
          <a:xfrm>
            <a:off x="4361688" y="48097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7754112" y="3410712"/>
            <a:ext cx="438912" cy="0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8247888" y="321868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8212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47888" y="3218688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</a:t>
            </a:r>
            <a:pPr algn="ctr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9235440" y="3410712"/>
            <a:ext cx="274320" cy="0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102" name="Text 100"/>
          <p:cNvSpPr/>
          <p:nvPr/>
        </p:nvSpPr>
        <p:spPr>
          <a:xfrm>
            <a:off x="9555480" y="3264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l" indent="0" marL="0">
              <a:buNone/>
            </a:pPr>
            <a:r>
              <a:rPr lang="en-US" sz="1100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order no.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7754112" y="4507992"/>
            <a:ext cx="438912" cy="0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8247888" y="431596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8212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247888" y="4315968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</a:t>
            </a:r>
            <a:pPr algn="ctr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9235440" y="4507992"/>
            <a:ext cx="274320" cy="0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107" name="Text 105"/>
          <p:cNvSpPr/>
          <p:nvPr/>
        </p:nvSpPr>
        <p:spPr>
          <a:xfrm>
            <a:off x="9555480" y="43616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100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order no.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 flipH="1">
            <a:off x="4636008" y="3721608"/>
            <a:ext cx="1133856" cy="457200"/>
          </a:xfrm>
          <a:prstGeom prst="line">
            <a:avLst/>
          </a:prstGeom>
          <a:noFill/>
          <a:ln w="28575">
            <a:solidFill>
              <a:srgbClr val="C85A00"/>
            </a:solidFill>
            <a:prstDash val="solid"/>
            <a:tailEnd type="triangle"/>
          </a:ln>
        </p:spPr>
      </p:sp>
      <p:sp>
        <p:nvSpPr>
          <p:cNvPr id="109" name="Text 107"/>
          <p:cNvSpPr/>
          <p:nvPr/>
        </p:nvSpPr>
        <p:spPr>
          <a:xfrm>
            <a:off x="3950208" y="38404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486400" y="1005840"/>
            <a:ext cx="0" cy="4041648"/>
          </a:xfrm>
          <a:prstGeom prst="line">
            <a:avLst/>
          </a:prstGeom>
          <a:noFill/>
          <a:ln w="15875">
            <a:solidFill>
              <a:srgbClr val="66727D"/>
            </a:solidFill>
            <a:prstDash val="dash"/>
          </a:ln>
        </p:spPr>
      </p:sp>
      <p:sp>
        <p:nvSpPr>
          <p:cNvPr id="111" name="Text 109"/>
          <p:cNvSpPr/>
          <p:nvPr/>
        </p:nvSpPr>
        <p:spPr>
          <a:xfrm>
            <a:off x="4297680" y="50657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recent-window boundary</a:t>
            </a:r>
            <a:endParaRPr lang="en-US" sz="1050" dirty="0"/>
          </a:p>
        </p:txBody>
      </p:sp>
      <p:sp>
        <p:nvSpPr>
          <p:cNvPr id="112" name="Text 110"/>
          <p:cNvSpPr/>
          <p:nvPr/>
        </p:nvSpPr>
        <p:spPr>
          <a:xfrm>
            <a:off x="914400" y="5989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budget: exactly 4 events carry pixels      </a:t>
            </a:r>
            <a:pPr algn="l" indent="0" marL="0">
              <a:buNone/>
            </a:pPr>
            <a:r>
              <a:rPr lang="en-US" sz="1100" dirty="0">
                <a:solidFill>
                  <a:srgbClr val="176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pPr algn="l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recent    </a:t>
            </a:r>
            <a:pPr algn="l" indent="0" marL="0">
              <a:buNone/>
            </a:pPr>
            <a:r>
              <a:rPr lang="en-US" sz="1100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pPr algn="l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restored distant    </a:t>
            </a:r>
            <a:pPr algn="l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pPr algn="l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summary only    </a:t>
            </a:r>
            <a:pPr algn="l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</a:t>
            </a:r>
            <a:pPr algn="l"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frozen policy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2026-07-28T08:45:06Z</dcterms:created>
  <dcterms:modified xsi:type="dcterms:W3CDTF">2026-07-28T08:45:06Z</dcterms:modified>
</cp:coreProperties>
</file>