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HGKV: gated K/V, trained; policy frozen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self-attention, last 8 layers  </a:t>
            </a:r>
            <a:pPr algn="ctr"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00200" y="1874520"/>
            <a:ext cx="1783080" cy="402336"/>
          </a:xfrm>
          <a:prstGeom prst="roundRect">
            <a:avLst>
              <a:gd name="adj" fmla="val 11364"/>
            </a:avLst>
          </a:prstGeom>
          <a:solidFill>
            <a:srgbClr val="FCE8D5"/>
          </a:solidFill>
          <a:ln w="28575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8745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ΔK, ΔV  (trained)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56432" y="1883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1520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152144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48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572768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7672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8296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8920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FCE8D5"/>
          </a:solidFill>
          <a:ln w="25400">
            <a:solidFill>
              <a:srgbClr val="C85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9544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5264" y="3163824"/>
            <a:ext cx="219456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22" name="Shape 20"/>
          <p:cNvSpPr/>
          <p:nvPr/>
        </p:nvSpPr>
        <p:spPr>
          <a:xfrm>
            <a:off x="3756355" y="2880360"/>
            <a:ext cx="310896" cy="420624"/>
          </a:xfrm>
          <a:prstGeom prst="roundRect">
            <a:avLst>
              <a:gd name="adj" fmla="val 8824"/>
            </a:avLst>
          </a:prstGeom>
          <a:solidFill>
            <a:srgbClr val="D9DEE3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5229" y="2880360"/>
            <a:ext cx="50292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1821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5229" y="28803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1783080" y="2276856"/>
            <a:ext cx="320040" cy="585216"/>
          </a:xfrm>
          <a:prstGeom prst="line">
            <a:avLst/>
          </a:prstGeom>
          <a:noFill/>
          <a:ln w="25400">
            <a:solidFill>
              <a:srgbClr val="C85A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 flipV="1">
            <a:off x="2258568" y="2276856"/>
            <a:ext cx="265176" cy="585216"/>
          </a:xfrm>
          <a:prstGeom prst="line">
            <a:avLst/>
          </a:prstGeom>
          <a:noFill/>
          <a:ln w="25400">
            <a:solidFill>
              <a:srgbClr val="C85A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 flipV="1">
            <a:off x="2734056" y="2276856"/>
            <a:ext cx="210312" cy="585216"/>
          </a:xfrm>
          <a:prstGeom prst="line">
            <a:avLst/>
          </a:prstGeom>
          <a:noFill/>
          <a:ln w="25400">
            <a:solidFill>
              <a:srgbClr val="C85A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 flipV="1">
            <a:off x="3209544" y="2276856"/>
            <a:ext cx="155448" cy="585216"/>
          </a:xfrm>
          <a:prstGeom prst="line">
            <a:avLst/>
          </a:prstGeom>
          <a:noFill/>
          <a:ln w="25400">
            <a:solidFill>
              <a:srgbClr val="C85A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2487168" y="1435608"/>
            <a:ext cx="0" cy="438912"/>
          </a:xfrm>
          <a:prstGeom prst="line">
            <a:avLst/>
          </a:prstGeom>
          <a:noFill/>
          <a:ln w="28575">
            <a:solidFill>
              <a:srgbClr val="C85A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1261872" y="1435608"/>
            <a:ext cx="0" cy="142646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3911803" y="1435608"/>
            <a:ext cx="0" cy="142646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4592117" y="1435608"/>
            <a:ext cx="0" cy="142646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57200" y="3355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27632" y="3355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images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90595" y="3355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6629" y="3355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" y="3630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6424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527048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47672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6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68296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6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88920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9544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6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56355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45229" y="36301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is 1 only on restored history-image tokens;  B = 0 ⇒ g ≡ 0 ⇒ bitwise-exact frozen policy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320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conditional re-decision: 2nd pass only on displacement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63640" y="8869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20840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6766560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7068312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7114032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7415784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7461504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7763256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808976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8110728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8156448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8458200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03920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2" name="Shape 60"/>
          <p:cNvSpPr/>
          <p:nvPr/>
        </p:nvSpPr>
        <p:spPr>
          <a:xfrm>
            <a:off x="8805672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51392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4" name="Shape 62"/>
          <p:cNvSpPr/>
          <p:nvPr/>
        </p:nvSpPr>
        <p:spPr>
          <a:xfrm>
            <a:off x="9153144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98864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6" name="Shape 64"/>
          <p:cNvSpPr/>
          <p:nvPr/>
        </p:nvSpPr>
        <p:spPr>
          <a:xfrm>
            <a:off x="9500616" y="786384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46336" y="1051560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68" name="Shape 66"/>
          <p:cNvSpPr/>
          <p:nvPr/>
        </p:nvSpPr>
        <p:spPr>
          <a:xfrm>
            <a:off x="9893808" y="987552"/>
            <a:ext cx="274320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0213848" y="79552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13848" y="795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</a:t>
            </a:r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1128248" y="987552"/>
            <a:ext cx="256032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11402568" y="777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132320" y="178308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CE8D5"/>
          </a:solidFill>
          <a:ln w="28575">
            <a:solidFill>
              <a:srgbClr val="C85A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1783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(trained):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all events given a₁, recency, chosen set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046720" y="1207008"/>
            <a:ext cx="0" cy="55778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1676888" y="1143000"/>
            <a:ext cx="0" cy="86868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H="1">
            <a:off x="10899648" y="2011680"/>
            <a:ext cx="777240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7543800" y="2651760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5875">
            <a:solidFill>
              <a:srgbClr val="1821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26680" y="2980944"/>
            <a:ext cx="164592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01000" y="2798064"/>
            <a:ext cx="164592" cy="310896"/>
          </a:xfrm>
          <a:prstGeom prst="rect">
            <a:avLst/>
          </a:prstGeom>
          <a:solidFill>
            <a:srgbClr val="C85A00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75320" y="2980944"/>
            <a:ext cx="164592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49640" y="2999232"/>
            <a:ext cx="164592" cy="109728"/>
          </a:xfrm>
          <a:prstGeom prst="rect">
            <a:avLst/>
          </a:prstGeom>
          <a:solidFill>
            <a:srgbClr val="FFFFFF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23960" y="2944368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98280" y="2834640"/>
            <a:ext cx="164592" cy="274320"/>
          </a:xfrm>
          <a:prstGeom prst="rect">
            <a:avLst/>
          </a:prstGeom>
          <a:solidFill>
            <a:srgbClr val="1769AA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971800"/>
            <a:ext cx="164592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46920" y="2852928"/>
            <a:ext cx="164592" cy="256032"/>
          </a:xfrm>
          <a:prstGeom prst="rect">
            <a:avLst/>
          </a:prstGeom>
          <a:solidFill>
            <a:srgbClr val="1769AA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21240" y="2816352"/>
            <a:ext cx="164592" cy="292608"/>
          </a:xfrm>
          <a:prstGeom prst="rect">
            <a:avLst/>
          </a:prstGeom>
          <a:solidFill>
            <a:srgbClr val="1769AA"/>
          </a:solidFill>
          <a:ln w="9525">
            <a:solidFill>
              <a:srgbClr val="1821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006840" y="2350008"/>
            <a:ext cx="0" cy="28346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1046988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S*,  |S*| = B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9006840" y="3182112"/>
            <a:ext cx="0" cy="292608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7406640" y="3511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S* keeps recent tail?   yes → emit a₁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9006840" y="3767328"/>
            <a:ext cx="0" cy="310896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9098280" y="3785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re-render, same weights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263640" y="42245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720840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6766560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97" name="Shape 95"/>
          <p:cNvSpPr/>
          <p:nvPr/>
        </p:nvSpPr>
        <p:spPr>
          <a:xfrm>
            <a:off x="7068312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CE8D5"/>
          </a:solidFill>
          <a:ln w="25400">
            <a:solidFill>
              <a:srgbClr val="C85A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14032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99" name="Shape 97"/>
          <p:cNvSpPr/>
          <p:nvPr/>
        </p:nvSpPr>
        <p:spPr>
          <a:xfrm>
            <a:off x="7415784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7461504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1" name="Shape 99"/>
          <p:cNvSpPr/>
          <p:nvPr/>
        </p:nvSpPr>
        <p:spPr>
          <a:xfrm>
            <a:off x="7763256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7808976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110728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8156448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458200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03920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805672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66727D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8851392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153144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98864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500616" y="4133088"/>
            <a:ext cx="292608" cy="402336"/>
          </a:xfrm>
          <a:prstGeom prst="roundRect">
            <a:avLst>
              <a:gd name="adj" fmla="val 9375"/>
            </a:avLst>
          </a:prstGeom>
          <a:solidFill>
            <a:srgbClr val="DCEAF5"/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546336" y="4398264"/>
            <a:ext cx="201168" cy="73152"/>
          </a:xfrm>
          <a:prstGeom prst="rect">
            <a:avLst/>
          </a:prstGeom>
          <a:solidFill>
            <a:srgbClr val="D9DEE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893808" y="4334256"/>
            <a:ext cx="274320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10213848" y="414223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8212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13848" y="4142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</a:t>
            </a:r>
            <a:pPr algn="ctr"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11128248" y="4334256"/>
            <a:ext cx="256032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11402568" y="41239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6309360" y="4892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6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recent w/ pixels    </a:t>
            </a:r>
            <a:pPr indent="0" marL="0">
              <a:buNone/>
            </a:pPr>
            <a:r>
              <a:rPr lang="en-US" sz="105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restored distant    </a:t>
            </a:r>
            <a:pPr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pPr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summary only    </a:t>
            </a:r>
            <a:pPr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pPr indent="0" marL="0">
              <a:buNone/>
            </a:pPr>
            <a:r>
              <a:rPr lang="en-US" sz="1050" dirty="0">
                <a:solidFill>
                  <a:srgbClr val="66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frozen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2026-07-28T10:09:00Z</dcterms:created>
  <dcterms:modified xsi:type="dcterms:W3CDTF">2026-07-28T10:09:00Z</dcterms:modified>
</cp:coreProperties>
</file>